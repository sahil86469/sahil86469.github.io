
<file path=[Content_Types].xml><?xml version="1.0" encoding="utf-8"?>
<Types xmlns="http://schemas.openxmlformats.org/package/2006/content-types">
  <Default Extension="avi" ContentType="video/x-msvideo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slideLayouts/slideLayout52.xml" ContentType="application/vnd.openxmlformats-officedocument.presentationml.slideLayout+xml"/>
  <Override PartName="/ppt/theme/theme3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  <p:sldMasterId id="2147483784" r:id="rId2"/>
    <p:sldMasterId id="2147483787" r:id="rId3"/>
    <p:sldMasterId id="2147483830" r:id="rId4"/>
  </p:sldMasterIdLst>
  <p:notesMasterIdLst>
    <p:notesMasterId r:id="rId33"/>
  </p:notesMasterIdLst>
  <p:sldIdLst>
    <p:sldId id="367" r:id="rId5"/>
    <p:sldId id="400" r:id="rId6"/>
    <p:sldId id="390" r:id="rId7"/>
    <p:sldId id="289" r:id="rId8"/>
    <p:sldId id="395" r:id="rId9"/>
    <p:sldId id="346" r:id="rId10"/>
    <p:sldId id="348" r:id="rId11"/>
    <p:sldId id="391" r:id="rId12"/>
    <p:sldId id="403" r:id="rId13"/>
    <p:sldId id="401" r:id="rId14"/>
    <p:sldId id="407" r:id="rId15"/>
    <p:sldId id="405" r:id="rId16"/>
    <p:sldId id="404" r:id="rId17"/>
    <p:sldId id="398" r:id="rId18"/>
    <p:sldId id="386" r:id="rId19"/>
    <p:sldId id="394" r:id="rId20"/>
    <p:sldId id="376" r:id="rId21"/>
    <p:sldId id="378" r:id="rId22"/>
    <p:sldId id="399" r:id="rId23"/>
    <p:sldId id="387" r:id="rId24"/>
    <p:sldId id="393" r:id="rId25"/>
    <p:sldId id="397" r:id="rId26"/>
    <p:sldId id="383" r:id="rId27"/>
    <p:sldId id="337" r:id="rId28"/>
    <p:sldId id="396" r:id="rId29"/>
    <p:sldId id="382" r:id="rId30"/>
    <p:sldId id="389" r:id="rId31"/>
    <p:sldId id="270" r:id="rId3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4141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6102" autoAdjust="0"/>
    <p:restoredTop sz="94660"/>
  </p:normalViewPr>
  <p:slideViewPr>
    <p:cSldViewPr snapToGrid="0">
      <p:cViewPr>
        <p:scale>
          <a:sx n="75" d="100"/>
          <a:sy n="75" d="100"/>
        </p:scale>
        <p:origin x="43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6:23:32.80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0 24575,'8'26'0,"-1"-11"0,16 66 0,-4 0 0,-2 2 0,9 155 0,-23 257 0,-6-286 0,2-129 0,2 111 0,-1-186 0,0 0 0,0 0 0,1 0 0,0-1 0,0 1 0,0 0 0,1-1 0,-1 1 0,1 0 0,0-1 0,3 5 0,-3-7 0,0 0 0,0 0 0,0 0 0,0-1 0,0 1 0,0 0 0,0-1 0,1 0 0,-1 1 0,1-1 0,-1 0 0,1 0 0,-1-1 0,1 1 0,-1 0 0,1-1 0,0 0 0,-1 1 0,1-1 0,0 0 0,3-1 0,2 1 0,1-1 0,-1 0 0,1 0 0,-1-1 0,0 0 0,0-1 0,0 1 0,0-2 0,0 1 0,0-1 0,-1 0 0,1-1 0,-1 0 0,-1 0 0,1 0 0,-1-1 0,1 0 0,-2 0 0,1-1 0,-1 1 0,0-1 0,0-1 0,3-7 0,-1 3 0,-4 11 0,-3 23 0,0-11 0,9 734 0,1-263 0,-10-408 0,0-69 0,0 0 0,0-1 0,-1 1 0,0 0 0,0 0 0,0-1 0,-1 1 0,1-1 0,-1 1 0,0-1 0,0 0 0,-1 0 0,1 0 0,-6 6 0,2-3 0,-1-1 0,1 0 0,-1 0 0,0-1 0,-1 0 0,0 0 0,-8 3 0,-8 5-682,-44 15-1,50-22-6143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1T06:17:29.2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39957-12B8-449C-8B7A-32D59EDAB0CB}" type="datetimeFigureOut">
              <a:rPr lang="en-US" smtClean="0"/>
              <a:t>7/26/2024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925FB3-6AF8-4922-B4A5-6A96A7EA2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93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628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951000" y="1697233"/>
            <a:ext cx="10290000" cy="43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467"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Google Shape;26;p4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9179867" y="-151467"/>
            <a:ext cx="3420800" cy="1741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15196802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757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6718633" y="3401932"/>
            <a:ext cx="3314800" cy="6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6718633" y="3948267"/>
            <a:ext cx="3314800" cy="12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2257567" y="3401932"/>
            <a:ext cx="3314800" cy="6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2257567" y="3948267"/>
            <a:ext cx="3314800" cy="12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35" name="Google Shape;35;p5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36;p5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9247667" y="5241767"/>
            <a:ext cx="3399200" cy="1806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7126245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40" name="Google Shape;40;p6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1290767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2996667" y="1910733"/>
            <a:ext cx="2450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ubTitle" idx="2"/>
          </p:nvPr>
        </p:nvSpPr>
        <p:spPr>
          <a:xfrm>
            <a:off x="2996667" y="2386733"/>
            <a:ext cx="6880400" cy="3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67732" lvl="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>
                <a:solidFill>
                  <a:srgbClr val="37495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572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46" name="Google Shape;46;p7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" name="Google Shape;47;p7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86119782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1194600" y="2242667"/>
            <a:ext cx="5129600" cy="3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7573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7900600" y="3730000"/>
            <a:ext cx="4504000" cy="3289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05195473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950967" y="589236"/>
            <a:ext cx="4742800" cy="1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4000">
                <a:latin typeface="Vidaloka"/>
                <a:ea typeface="Vidaloka"/>
                <a:cs typeface="Vidaloka"/>
                <a:sym typeface="Vidalok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2" name="Google Shape;62;p10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10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" name="Google Shape;64;p10"/>
          <p:cNvCxnSpPr/>
          <p:nvPr/>
        </p:nvCxnSpPr>
        <p:spPr>
          <a:xfrm rot="10800000" flipH="1">
            <a:off x="8193300" y="4138300"/>
            <a:ext cx="4157600" cy="29348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66762237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950967" y="1793817"/>
            <a:ext cx="10290000" cy="21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2019100" y="4251531"/>
            <a:ext cx="81604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68" name="Google Shape;68;p11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69;p11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70;p11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" name="Google Shape;71;p11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30238113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4778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6668000" y="2590567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6668000" y="3006800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2206933" y="2590567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2206933" y="3006800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6668000" y="4965267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6668000" y="5381500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2206933" y="4965267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2207000" y="5381500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3171533" y="1738117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7632600" y="1738117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3171600" y="4110317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7632600" y="4110317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8139220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960000" y="2236291"/>
            <a:ext cx="31152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976800" y="1460433"/>
            <a:ext cx="108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5067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960000" y="2774932"/>
            <a:ext cx="311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4538400" y="2236291"/>
            <a:ext cx="31152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5555200" y="1460433"/>
            <a:ext cx="108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5067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4538400" y="2774944"/>
            <a:ext cx="311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8116800" y="2236291"/>
            <a:ext cx="31152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9133600" y="1460433"/>
            <a:ext cx="108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5067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8116800" y="2774944"/>
            <a:ext cx="311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960000" y="4418105"/>
            <a:ext cx="31152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976800" y="3618783"/>
            <a:ext cx="108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5067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960000" y="4941151"/>
            <a:ext cx="311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4538400" y="4418105"/>
            <a:ext cx="31152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5555200" y="3618783"/>
            <a:ext cx="108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5067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4538400" y="4941151"/>
            <a:ext cx="311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8116800" y="4418105"/>
            <a:ext cx="31152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9133600" y="3618783"/>
            <a:ext cx="108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5067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8116800" y="4941151"/>
            <a:ext cx="311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3109867" y="593367"/>
            <a:ext cx="5972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0777083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3214000" y="3744337"/>
            <a:ext cx="5764000" cy="6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2457200" y="2215951"/>
            <a:ext cx="7277600" cy="13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838859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Quote 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933200" y="3761684"/>
            <a:ext cx="5764000" cy="6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933200" y="2234536"/>
            <a:ext cx="7277600" cy="13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44799584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3531200" y="2242667"/>
            <a:ext cx="5129600" cy="3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2309400" y="593367"/>
            <a:ext cx="7573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2133208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2659800" y="1977100"/>
            <a:ext cx="6872400" cy="1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subTitle" idx="1"/>
          </p:nvPr>
        </p:nvSpPr>
        <p:spPr>
          <a:xfrm>
            <a:off x="3066000" y="3962867"/>
            <a:ext cx="60600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117324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>
            <a:spLocks noGrp="1"/>
          </p:cNvSpPr>
          <p:nvPr>
            <p:ph type="title"/>
          </p:nvPr>
        </p:nvSpPr>
        <p:spPr>
          <a:xfrm>
            <a:off x="4990467" y="2066500"/>
            <a:ext cx="6060000" cy="1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ubTitle" idx="1"/>
          </p:nvPr>
        </p:nvSpPr>
        <p:spPr>
          <a:xfrm>
            <a:off x="4990467" y="4052284"/>
            <a:ext cx="60600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40" name="Google Shape;140;p19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" name="Google Shape;141;p19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" name="Google Shape;143;p19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144;p19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" name="Google Shape;145;p19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8079889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2237233" y="3349071"/>
            <a:ext cx="4953200" cy="107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title" idx="2" hasCustomPrompt="1"/>
          </p:nvPr>
        </p:nvSpPr>
        <p:spPr>
          <a:xfrm>
            <a:off x="4989233" y="1979591"/>
            <a:ext cx="2201200" cy="13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93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9pPr>
          </a:lstStyle>
          <a:p>
            <a:r>
              <a:t>xx%</a:t>
            </a:r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108833" y="4325333"/>
            <a:ext cx="6081600" cy="5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50" name="Google Shape;150;p20"/>
          <p:cNvCxnSpPr/>
          <p:nvPr/>
        </p:nvCxnSpPr>
        <p:spPr>
          <a:xfrm rot="10800000">
            <a:off x="-400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20"/>
          <p:cNvCxnSpPr/>
          <p:nvPr/>
        </p:nvCxnSpPr>
        <p:spPr>
          <a:xfrm rot="10800000">
            <a:off x="-400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" name="Google Shape;152;p20"/>
          <p:cNvCxnSpPr/>
          <p:nvPr/>
        </p:nvCxnSpPr>
        <p:spPr>
          <a:xfrm>
            <a:off x="-150500" y="5306367"/>
            <a:ext cx="1838000" cy="1648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" name="Google Shape;153;p20"/>
          <p:cNvCxnSpPr/>
          <p:nvPr/>
        </p:nvCxnSpPr>
        <p:spPr>
          <a:xfrm>
            <a:off x="10544967" y="-118267"/>
            <a:ext cx="1891600" cy="1419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3385624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56" name="Google Shape;156;p21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21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" name="Google Shape;158;p21"/>
          <p:cNvCxnSpPr/>
          <p:nvPr/>
        </p:nvCxnSpPr>
        <p:spPr>
          <a:xfrm>
            <a:off x="9609800" y="-204233"/>
            <a:ext cx="2827200" cy="1698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562957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2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" name="Google Shape;161;p22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22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2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2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" name="Google Shape;165;p22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6" name="Google Shape;166;p22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3327384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>
            <a:spLocks noGrp="1"/>
          </p:cNvSpPr>
          <p:nvPr>
            <p:ph type="title"/>
          </p:nvPr>
        </p:nvSpPr>
        <p:spPr>
          <a:xfrm>
            <a:off x="2503300" y="593367"/>
            <a:ext cx="718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subTitle" idx="1"/>
          </p:nvPr>
        </p:nvSpPr>
        <p:spPr>
          <a:xfrm>
            <a:off x="4302277" y="1873853"/>
            <a:ext cx="3314800" cy="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subTitle" idx="2"/>
          </p:nvPr>
        </p:nvSpPr>
        <p:spPr>
          <a:xfrm>
            <a:off x="4302277" y="2408556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1" name="Google Shape;171;p23"/>
          <p:cNvSpPr txBox="1">
            <a:spLocks noGrp="1"/>
          </p:cNvSpPr>
          <p:nvPr>
            <p:ph type="subTitle" idx="3"/>
          </p:nvPr>
        </p:nvSpPr>
        <p:spPr>
          <a:xfrm>
            <a:off x="958811" y="1873853"/>
            <a:ext cx="3314800" cy="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2" name="Google Shape;172;p23"/>
          <p:cNvSpPr txBox="1">
            <a:spLocks noGrp="1"/>
          </p:cNvSpPr>
          <p:nvPr>
            <p:ph type="subTitle" idx="4"/>
          </p:nvPr>
        </p:nvSpPr>
        <p:spPr>
          <a:xfrm>
            <a:off x="958811" y="2408556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3"/>
          <p:cNvSpPr txBox="1">
            <a:spLocks noGrp="1"/>
          </p:cNvSpPr>
          <p:nvPr>
            <p:ph type="subTitle" idx="5"/>
          </p:nvPr>
        </p:nvSpPr>
        <p:spPr>
          <a:xfrm>
            <a:off x="4302277" y="4228157"/>
            <a:ext cx="3314800" cy="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3"/>
          <p:cNvSpPr txBox="1">
            <a:spLocks noGrp="1"/>
          </p:cNvSpPr>
          <p:nvPr>
            <p:ph type="subTitle" idx="6"/>
          </p:nvPr>
        </p:nvSpPr>
        <p:spPr>
          <a:xfrm>
            <a:off x="4302277" y="4753983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3"/>
          <p:cNvSpPr txBox="1">
            <a:spLocks noGrp="1"/>
          </p:cNvSpPr>
          <p:nvPr>
            <p:ph type="subTitle" idx="7"/>
          </p:nvPr>
        </p:nvSpPr>
        <p:spPr>
          <a:xfrm>
            <a:off x="958811" y="4228157"/>
            <a:ext cx="3314800" cy="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subTitle" idx="8"/>
          </p:nvPr>
        </p:nvSpPr>
        <p:spPr>
          <a:xfrm>
            <a:off x="958877" y="4753983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77" name="Google Shape;177;p2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2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2346071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4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" name="Google Shape;181;p24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182;p24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183;p24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" name="Google Shape;184;p24"/>
          <p:cNvSpPr txBox="1">
            <a:spLocks noGrp="1"/>
          </p:cNvSpPr>
          <p:nvPr>
            <p:ph type="body" idx="1"/>
          </p:nvPr>
        </p:nvSpPr>
        <p:spPr>
          <a:xfrm>
            <a:off x="7397200" y="4010333"/>
            <a:ext cx="3844000" cy="21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4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000">
                <a:latin typeface="Vidaloka"/>
                <a:ea typeface="Vidaloka"/>
                <a:cs typeface="Vidaloka"/>
                <a:sym typeface="Vidaloka"/>
              </a:defRPr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000">
                <a:latin typeface="Vidaloka"/>
                <a:ea typeface="Vidaloka"/>
                <a:cs typeface="Vidaloka"/>
                <a:sym typeface="Vidaloka"/>
              </a:defRPr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>
                <a:latin typeface="Vidaloka"/>
                <a:ea typeface="Vidaloka"/>
                <a:cs typeface="Vidaloka"/>
                <a:sym typeface="Vidaloka"/>
              </a:defRPr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000">
                <a:latin typeface="Vidaloka"/>
                <a:ea typeface="Vidaloka"/>
                <a:cs typeface="Vidaloka"/>
                <a:sym typeface="Vidaloka"/>
              </a:defRPr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000">
                <a:latin typeface="Vidaloka"/>
                <a:ea typeface="Vidaloka"/>
                <a:cs typeface="Vidaloka"/>
                <a:sym typeface="Vidaloka"/>
              </a:defRPr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>
                <a:latin typeface="Vidaloka"/>
                <a:ea typeface="Vidaloka"/>
                <a:cs typeface="Vidaloka"/>
                <a:sym typeface="Vidaloka"/>
              </a:defRPr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000">
                <a:latin typeface="Vidaloka"/>
                <a:ea typeface="Vidaloka"/>
                <a:cs typeface="Vidaloka"/>
                <a:sym typeface="Vidaloka"/>
              </a:defRPr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000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0054701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 number 1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>
            <a:spLocks noGrp="1"/>
          </p:cNvSpPr>
          <p:nvPr>
            <p:ph type="title" hasCustomPrompt="1"/>
          </p:nvPr>
        </p:nvSpPr>
        <p:spPr>
          <a:xfrm>
            <a:off x="950967" y="1793833"/>
            <a:ext cx="8160400" cy="21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87" name="Google Shape;187;p25"/>
          <p:cNvSpPr txBox="1">
            <a:spLocks noGrp="1"/>
          </p:cNvSpPr>
          <p:nvPr>
            <p:ph type="subTitle" idx="1"/>
          </p:nvPr>
        </p:nvSpPr>
        <p:spPr>
          <a:xfrm>
            <a:off x="950967" y="4251531"/>
            <a:ext cx="81604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88" name="Google Shape;188;p25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25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" name="Google Shape;190;p25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" name="Google Shape;191;p25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51440265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>
            <a:spLocks noGrp="1"/>
          </p:cNvSpPr>
          <p:nvPr>
            <p:ph type="title"/>
          </p:nvPr>
        </p:nvSpPr>
        <p:spPr>
          <a:xfrm>
            <a:off x="6608133" y="3289833"/>
            <a:ext cx="3300400" cy="86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667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title" idx="2" hasCustomPrompt="1"/>
          </p:nvPr>
        </p:nvSpPr>
        <p:spPr>
          <a:xfrm>
            <a:off x="6608133" y="1869767"/>
            <a:ext cx="2201200" cy="13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9333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9pPr>
          </a:lstStyle>
          <a:p>
            <a:r>
              <a:t>xx%</a:t>
            </a:r>
          </a:p>
        </p:txBody>
      </p:sp>
      <p:sp>
        <p:nvSpPr>
          <p:cNvPr id="195" name="Google Shape;195;p26"/>
          <p:cNvSpPr txBox="1">
            <a:spLocks noGrp="1"/>
          </p:cNvSpPr>
          <p:nvPr>
            <p:ph type="subTitle" idx="1"/>
          </p:nvPr>
        </p:nvSpPr>
        <p:spPr>
          <a:xfrm>
            <a:off x="6608133" y="4155033"/>
            <a:ext cx="3300400" cy="83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96" name="Google Shape;196;p26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6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6"/>
          <p:cNvCxnSpPr/>
          <p:nvPr/>
        </p:nvCxnSpPr>
        <p:spPr>
          <a:xfrm>
            <a:off x="-279467" y="3203267"/>
            <a:ext cx="4192400" cy="3719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67941923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>
            <a:spLocks noGrp="1"/>
          </p:cNvSpPr>
          <p:nvPr>
            <p:ph type="title"/>
          </p:nvPr>
        </p:nvSpPr>
        <p:spPr>
          <a:xfrm>
            <a:off x="5831800" y="1259000"/>
            <a:ext cx="3300400" cy="86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667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1" name="Google Shape;201;p27"/>
          <p:cNvSpPr txBox="1">
            <a:spLocks noGrp="1"/>
          </p:cNvSpPr>
          <p:nvPr>
            <p:ph type="title" idx="2" hasCustomPrompt="1"/>
          </p:nvPr>
        </p:nvSpPr>
        <p:spPr>
          <a:xfrm>
            <a:off x="3059800" y="1462200"/>
            <a:ext cx="2201200" cy="13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9333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9pPr>
          </a:lstStyle>
          <a:p>
            <a:r>
              <a:t>xx%</a:t>
            </a:r>
          </a:p>
        </p:txBody>
      </p:sp>
      <p:sp>
        <p:nvSpPr>
          <p:cNvPr id="202" name="Google Shape;202;p27"/>
          <p:cNvSpPr txBox="1">
            <a:spLocks noGrp="1"/>
          </p:cNvSpPr>
          <p:nvPr>
            <p:ph type="subTitle" idx="1"/>
          </p:nvPr>
        </p:nvSpPr>
        <p:spPr>
          <a:xfrm>
            <a:off x="5831800" y="2124200"/>
            <a:ext cx="3300400" cy="83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203" name="Google Shape;203;p27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27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27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27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27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27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2993371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>
            <a:spLocks noGrp="1"/>
          </p:cNvSpPr>
          <p:nvPr>
            <p:ph type="title"/>
          </p:nvPr>
        </p:nvSpPr>
        <p:spPr>
          <a:xfrm>
            <a:off x="1391633" y="1230089"/>
            <a:ext cx="4164000" cy="30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1" name="Google Shape;211;p28"/>
          <p:cNvSpPr txBox="1">
            <a:spLocks noGrp="1"/>
          </p:cNvSpPr>
          <p:nvPr>
            <p:ph type="subTitle" idx="1"/>
          </p:nvPr>
        </p:nvSpPr>
        <p:spPr>
          <a:xfrm>
            <a:off x="1391633" y="4481251"/>
            <a:ext cx="4018000" cy="1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212" name="Google Shape;212;p28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8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8"/>
          <p:cNvCxnSpPr/>
          <p:nvPr/>
        </p:nvCxnSpPr>
        <p:spPr>
          <a:xfrm>
            <a:off x="7096867" y="-107500"/>
            <a:ext cx="5340000" cy="267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159457200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>
            <a:spLocks noGrp="1"/>
          </p:cNvSpPr>
          <p:nvPr>
            <p:ph type="title"/>
          </p:nvPr>
        </p:nvSpPr>
        <p:spPr>
          <a:xfrm>
            <a:off x="7081233" y="1283420"/>
            <a:ext cx="4164000" cy="30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subTitle" idx="1"/>
          </p:nvPr>
        </p:nvSpPr>
        <p:spPr>
          <a:xfrm>
            <a:off x="7081233" y="4534580"/>
            <a:ext cx="4018000" cy="1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218" name="Google Shape;218;p29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p29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9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9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9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23;p29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06576894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>
            <a:spLocks noGrp="1"/>
          </p:cNvSpPr>
          <p:nvPr>
            <p:ph type="subTitle" idx="1"/>
          </p:nvPr>
        </p:nvSpPr>
        <p:spPr>
          <a:xfrm>
            <a:off x="4678667" y="33760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6" name="Google Shape;226;p30"/>
          <p:cNvSpPr txBox="1">
            <a:spLocks noGrp="1"/>
          </p:cNvSpPr>
          <p:nvPr>
            <p:ph type="subTitle" idx="2"/>
          </p:nvPr>
        </p:nvSpPr>
        <p:spPr>
          <a:xfrm>
            <a:off x="4678700" y="3930996"/>
            <a:ext cx="2834800" cy="10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7" name="Google Shape;227;p30"/>
          <p:cNvSpPr txBox="1">
            <a:spLocks noGrp="1"/>
          </p:cNvSpPr>
          <p:nvPr>
            <p:ph type="subTitle" idx="3"/>
          </p:nvPr>
        </p:nvSpPr>
        <p:spPr>
          <a:xfrm>
            <a:off x="1270700" y="33760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8" name="Google Shape;228;p30"/>
          <p:cNvSpPr txBox="1">
            <a:spLocks noGrp="1"/>
          </p:cNvSpPr>
          <p:nvPr>
            <p:ph type="subTitle" idx="4"/>
          </p:nvPr>
        </p:nvSpPr>
        <p:spPr>
          <a:xfrm>
            <a:off x="1270833" y="3930996"/>
            <a:ext cx="2834800" cy="10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9" name="Google Shape;229;p30"/>
          <p:cNvSpPr txBox="1">
            <a:spLocks noGrp="1"/>
          </p:cNvSpPr>
          <p:nvPr>
            <p:ph type="subTitle" idx="5"/>
          </p:nvPr>
        </p:nvSpPr>
        <p:spPr>
          <a:xfrm>
            <a:off x="8086500" y="33760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0" name="Google Shape;230;p30"/>
          <p:cNvSpPr txBox="1">
            <a:spLocks noGrp="1"/>
          </p:cNvSpPr>
          <p:nvPr>
            <p:ph type="subTitle" idx="6"/>
          </p:nvPr>
        </p:nvSpPr>
        <p:spPr>
          <a:xfrm>
            <a:off x="8086500" y="3930996"/>
            <a:ext cx="2834800" cy="10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1" name="Google Shape;231;p30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88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232" name="Google Shape;232;p30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30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75861474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>
            <a:spLocks noGrp="1"/>
          </p:cNvSpPr>
          <p:nvPr>
            <p:ph type="subTitle" idx="1"/>
          </p:nvPr>
        </p:nvSpPr>
        <p:spPr>
          <a:xfrm>
            <a:off x="4678667" y="22584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6" name="Google Shape;236;p31"/>
          <p:cNvSpPr txBox="1">
            <a:spLocks noGrp="1"/>
          </p:cNvSpPr>
          <p:nvPr>
            <p:ph type="subTitle" idx="2"/>
          </p:nvPr>
        </p:nvSpPr>
        <p:spPr>
          <a:xfrm>
            <a:off x="4678700" y="2813399"/>
            <a:ext cx="283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7" name="Google Shape;237;p31"/>
          <p:cNvSpPr txBox="1">
            <a:spLocks noGrp="1"/>
          </p:cNvSpPr>
          <p:nvPr>
            <p:ph type="subTitle" idx="3"/>
          </p:nvPr>
        </p:nvSpPr>
        <p:spPr>
          <a:xfrm>
            <a:off x="1270700" y="22584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8" name="Google Shape;238;p31"/>
          <p:cNvSpPr txBox="1">
            <a:spLocks noGrp="1"/>
          </p:cNvSpPr>
          <p:nvPr>
            <p:ph type="subTitle" idx="4"/>
          </p:nvPr>
        </p:nvSpPr>
        <p:spPr>
          <a:xfrm>
            <a:off x="1270833" y="2813399"/>
            <a:ext cx="283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5"/>
          </p:nvPr>
        </p:nvSpPr>
        <p:spPr>
          <a:xfrm>
            <a:off x="8086500" y="22584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0" name="Google Shape;240;p31"/>
          <p:cNvSpPr txBox="1">
            <a:spLocks noGrp="1"/>
          </p:cNvSpPr>
          <p:nvPr>
            <p:ph type="subTitle" idx="6"/>
          </p:nvPr>
        </p:nvSpPr>
        <p:spPr>
          <a:xfrm>
            <a:off x="8086500" y="2813399"/>
            <a:ext cx="283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title"/>
          </p:nvPr>
        </p:nvSpPr>
        <p:spPr>
          <a:xfrm>
            <a:off x="1659000" y="593367"/>
            <a:ext cx="88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subTitle" idx="7"/>
          </p:nvPr>
        </p:nvSpPr>
        <p:spPr>
          <a:xfrm>
            <a:off x="4678667" y="45316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subTitle" idx="8"/>
          </p:nvPr>
        </p:nvSpPr>
        <p:spPr>
          <a:xfrm>
            <a:off x="4678700" y="5086599"/>
            <a:ext cx="283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subTitle" idx="9"/>
          </p:nvPr>
        </p:nvSpPr>
        <p:spPr>
          <a:xfrm>
            <a:off x="1270700" y="45316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ubTitle" idx="13"/>
          </p:nvPr>
        </p:nvSpPr>
        <p:spPr>
          <a:xfrm>
            <a:off x="1270833" y="5086599"/>
            <a:ext cx="283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subTitle" idx="14"/>
          </p:nvPr>
        </p:nvSpPr>
        <p:spPr>
          <a:xfrm>
            <a:off x="8086500" y="45316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subTitle" idx="15"/>
          </p:nvPr>
        </p:nvSpPr>
        <p:spPr>
          <a:xfrm>
            <a:off x="8086500" y="5086599"/>
            <a:ext cx="283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248" name="Google Shape;248;p31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31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31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" name="Google Shape;251;p31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69250460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 -">
  <p:cSld name="Title and six columns 1 -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>
            <a:spLocks noGrp="1"/>
          </p:cNvSpPr>
          <p:nvPr>
            <p:ph type="subTitle" idx="1"/>
          </p:nvPr>
        </p:nvSpPr>
        <p:spPr>
          <a:xfrm>
            <a:off x="4552067" y="228590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4" name="Google Shape;254;p32"/>
          <p:cNvSpPr txBox="1">
            <a:spLocks noGrp="1"/>
          </p:cNvSpPr>
          <p:nvPr>
            <p:ph type="subTitle" idx="2"/>
          </p:nvPr>
        </p:nvSpPr>
        <p:spPr>
          <a:xfrm>
            <a:off x="4752267" y="2832163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5" name="Google Shape;255;p32"/>
          <p:cNvSpPr txBox="1">
            <a:spLocks noGrp="1"/>
          </p:cNvSpPr>
          <p:nvPr>
            <p:ph type="subTitle" idx="3"/>
          </p:nvPr>
        </p:nvSpPr>
        <p:spPr>
          <a:xfrm>
            <a:off x="940967" y="228590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6" name="Google Shape;256;p32"/>
          <p:cNvSpPr txBox="1">
            <a:spLocks noGrp="1"/>
          </p:cNvSpPr>
          <p:nvPr>
            <p:ph type="subTitle" idx="4"/>
          </p:nvPr>
        </p:nvSpPr>
        <p:spPr>
          <a:xfrm>
            <a:off x="1141167" y="2832163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subTitle" idx="5"/>
          </p:nvPr>
        </p:nvSpPr>
        <p:spPr>
          <a:xfrm>
            <a:off x="8163100" y="228590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8" name="Google Shape;258;p32"/>
          <p:cNvSpPr txBox="1">
            <a:spLocks noGrp="1"/>
          </p:cNvSpPr>
          <p:nvPr>
            <p:ph type="subTitle" idx="6"/>
          </p:nvPr>
        </p:nvSpPr>
        <p:spPr>
          <a:xfrm>
            <a:off x="8363300" y="2832163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9" name="Google Shape;259;p32"/>
          <p:cNvSpPr txBox="1">
            <a:spLocks noGrp="1"/>
          </p:cNvSpPr>
          <p:nvPr>
            <p:ph type="subTitle" idx="7"/>
          </p:nvPr>
        </p:nvSpPr>
        <p:spPr>
          <a:xfrm>
            <a:off x="4552067" y="460443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0" name="Google Shape;260;p32"/>
          <p:cNvSpPr txBox="1">
            <a:spLocks noGrp="1"/>
          </p:cNvSpPr>
          <p:nvPr>
            <p:ph type="subTitle" idx="8"/>
          </p:nvPr>
        </p:nvSpPr>
        <p:spPr>
          <a:xfrm>
            <a:off x="4752267" y="5159381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1" name="Google Shape;261;p32"/>
          <p:cNvSpPr txBox="1">
            <a:spLocks noGrp="1"/>
          </p:cNvSpPr>
          <p:nvPr>
            <p:ph type="subTitle" idx="9"/>
          </p:nvPr>
        </p:nvSpPr>
        <p:spPr>
          <a:xfrm>
            <a:off x="940967" y="460443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2" name="Google Shape;262;p32"/>
          <p:cNvSpPr txBox="1">
            <a:spLocks noGrp="1"/>
          </p:cNvSpPr>
          <p:nvPr>
            <p:ph type="subTitle" idx="13"/>
          </p:nvPr>
        </p:nvSpPr>
        <p:spPr>
          <a:xfrm>
            <a:off x="1141167" y="5159381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3" name="Google Shape;263;p32"/>
          <p:cNvSpPr txBox="1">
            <a:spLocks noGrp="1"/>
          </p:cNvSpPr>
          <p:nvPr>
            <p:ph type="subTitle" idx="14"/>
          </p:nvPr>
        </p:nvSpPr>
        <p:spPr>
          <a:xfrm>
            <a:off x="8163100" y="460443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4" name="Google Shape;264;p32"/>
          <p:cNvSpPr txBox="1">
            <a:spLocks noGrp="1"/>
          </p:cNvSpPr>
          <p:nvPr>
            <p:ph type="subTitle" idx="15"/>
          </p:nvPr>
        </p:nvSpPr>
        <p:spPr>
          <a:xfrm>
            <a:off x="8363300" y="5159381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5" name="Google Shape;265;p32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810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266" name="Google Shape;266;p32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" name="Google Shape;267;p32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11858099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>
            <a:spLocks noGrp="1"/>
          </p:cNvSpPr>
          <p:nvPr>
            <p:ph type="subTitle" idx="1"/>
          </p:nvPr>
        </p:nvSpPr>
        <p:spPr>
          <a:xfrm>
            <a:off x="4552067" y="228590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subTitle" idx="2"/>
          </p:nvPr>
        </p:nvSpPr>
        <p:spPr>
          <a:xfrm>
            <a:off x="4752267" y="2832163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subTitle" idx="3"/>
          </p:nvPr>
        </p:nvSpPr>
        <p:spPr>
          <a:xfrm>
            <a:off x="940967" y="228590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2" name="Google Shape;272;p33"/>
          <p:cNvSpPr txBox="1">
            <a:spLocks noGrp="1"/>
          </p:cNvSpPr>
          <p:nvPr>
            <p:ph type="subTitle" idx="4"/>
          </p:nvPr>
        </p:nvSpPr>
        <p:spPr>
          <a:xfrm>
            <a:off x="1141167" y="2832163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3" name="Google Shape;273;p33"/>
          <p:cNvSpPr txBox="1">
            <a:spLocks noGrp="1"/>
          </p:cNvSpPr>
          <p:nvPr>
            <p:ph type="subTitle" idx="5"/>
          </p:nvPr>
        </p:nvSpPr>
        <p:spPr>
          <a:xfrm>
            <a:off x="8163100" y="228590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4" name="Google Shape;274;p33"/>
          <p:cNvSpPr txBox="1">
            <a:spLocks noGrp="1"/>
          </p:cNvSpPr>
          <p:nvPr>
            <p:ph type="subTitle" idx="6"/>
          </p:nvPr>
        </p:nvSpPr>
        <p:spPr>
          <a:xfrm>
            <a:off x="8363300" y="2832163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5" name="Google Shape;275;p33"/>
          <p:cNvSpPr txBox="1">
            <a:spLocks noGrp="1"/>
          </p:cNvSpPr>
          <p:nvPr>
            <p:ph type="subTitle" idx="7"/>
          </p:nvPr>
        </p:nvSpPr>
        <p:spPr>
          <a:xfrm>
            <a:off x="2746484" y="419803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6" name="Google Shape;276;p33"/>
          <p:cNvSpPr txBox="1">
            <a:spLocks noGrp="1"/>
          </p:cNvSpPr>
          <p:nvPr>
            <p:ph type="subTitle" idx="8"/>
          </p:nvPr>
        </p:nvSpPr>
        <p:spPr>
          <a:xfrm>
            <a:off x="2946684" y="4752981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7" name="Google Shape;277;p33"/>
          <p:cNvSpPr txBox="1">
            <a:spLocks noGrp="1"/>
          </p:cNvSpPr>
          <p:nvPr>
            <p:ph type="subTitle" idx="9"/>
          </p:nvPr>
        </p:nvSpPr>
        <p:spPr>
          <a:xfrm>
            <a:off x="6357517" y="419803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8" name="Google Shape;278;p33"/>
          <p:cNvSpPr txBox="1">
            <a:spLocks noGrp="1"/>
          </p:cNvSpPr>
          <p:nvPr>
            <p:ph type="subTitle" idx="13"/>
          </p:nvPr>
        </p:nvSpPr>
        <p:spPr>
          <a:xfrm>
            <a:off x="6557717" y="4752981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9" name="Google Shape;279;p33"/>
          <p:cNvSpPr txBox="1">
            <a:spLocks noGrp="1"/>
          </p:cNvSpPr>
          <p:nvPr>
            <p:ph type="title"/>
          </p:nvPr>
        </p:nvSpPr>
        <p:spPr>
          <a:xfrm>
            <a:off x="2042200" y="593367"/>
            <a:ext cx="810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280" name="Google Shape;280;p3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3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33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33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372659236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>
            <a:spLocks noGrp="1"/>
          </p:cNvSpPr>
          <p:nvPr>
            <p:ph type="subTitle" idx="1"/>
          </p:nvPr>
        </p:nvSpPr>
        <p:spPr>
          <a:xfrm>
            <a:off x="6555800" y="2525600"/>
            <a:ext cx="3088000" cy="6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4" name="Google Shape;294;p35"/>
          <p:cNvSpPr txBox="1">
            <a:spLocks noGrp="1"/>
          </p:cNvSpPr>
          <p:nvPr>
            <p:ph type="subTitle" idx="2"/>
          </p:nvPr>
        </p:nvSpPr>
        <p:spPr>
          <a:xfrm>
            <a:off x="6745200" y="3061964"/>
            <a:ext cx="270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5" name="Google Shape;295;p35"/>
          <p:cNvSpPr txBox="1">
            <a:spLocks noGrp="1"/>
          </p:cNvSpPr>
          <p:nvPr>
            <p:ph type="subTitle" idx="3"/>
          </p:nvPr>
        </p:nvSpPr>
        <p:spPr>
          <a:xfrm>
            <a:off x="2548200" y="2525600"/>
            <a:ext cx="3088000" cy="6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6" name="Google Shape;296;p35"/>
          <p:cNvSpPr txBox="1">
            <a:spLocks noGrp="1"/>
          </p:cNvSpPr>
          <p:nvPr>
            <p:ph type="subTitle" idx="4"/>
          </p:nvPr>
        </p:nvSpPr>
        <p:spPr>
          <a:xfrm>
            <a:off x="2737733" y="3061964"/>
            <a:ext cx="270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7" name="Google Shape;297;p35"/>
          <p:cNvSpPr txBox="1">
            <a:spLocks noGrp="1"/>
          </p:cNvSpPr>
          <p:nvPr>
            <p:ph type="subTitle" idx="5"/>
          </p:nvPr>
        </p:nvSpPr>
        <p:spPr>
          <a:xfrm>
            <a:off x="6555800" y="4705203"/>
            <a:ext cx="3088000" cy="6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8" name="Google Shape;298;p35"/>
          <p:cNvSpPr txBox="1">
            <a:spLocks noGrp="1"/>
          </p:cNvSpPr>
          <p:nvPr>
            <p:ph type="subTitle" idx="6"/>
          </p:nvPr>
        </p:nvSpPr>
        <p:spPr>
          <a:xfrm>
            <a:off x="6745200" y="5231644"/>
            <a:ext cx="270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subTitle" idx="7"/>
          </p:nvPr>
        </p:nvSpPr>
        <p:spPr>
          <a:xfrm>
            <a:off x="2548200" y="4705203"/>
            <a:ext cx="3088000" cy="6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0" name="Google Shape;300;p35"/>
          <p:cNvSpPr txBox="1">
            <a:spLocks noGrp="1"/>
          </p:cNvSpPr>
          <p:nvPr>
            <p:ph type="subTitle" idx="8"/>
          </p:nvPr>
        </p:nvSpPr>
        <p:spPr>
          <a:xfrm>
            <a:off x="2737600" y="5231644"/>
            <a:ext cx="270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8640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302" name="Google Shape;302;p35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3" name="Google Shape;303;p35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36822030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>
            <a:spLocks noGrp="1"/>
          </p:cNvSpPr>
          <p:nvPr>
            <p:ph type="subTitle" idx="1"/>
          </p:nvPr>
        </p:nvSpPr>
        <p:spPr>
          <a:xfrm>
            <a:off x="4762567" y="3872595"/>
            <a:ext cx="2687200" cy="6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subTitle" idx="2"/>
          </p:nvPr>
        </p:nvSpPr>
        <p:spPr>
          <a:xfrm>
            <a:off x="4762567" y="4408963"/>
            <a:ext cx="268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7" name="Google Shape;307;p36"/>
          <p:cNvSpPr txBox="1">
            <a:spLocks noGrp="1"/>
          </p:cNvSpPr>
          <p:nvPr>
            <p:ph type="subTitle" idx="3"/>
          </p:nvPr>
        </p:nvSpPr>
        <p:spPr>
          <a:xfrm>
            <a:off x="1451200" y="3872595"/>
            <a:ext cx="2687200" cy="6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8" name="Google Shape;308;p36"/>
          <p:cNvSpPr txBox="1">
            <a:spLocks noGrp="1"/>
          </p:cNvSpPr>
          <p:nvPr>
            <p:ph type="subTitle" idx="4"/>
          </p:nvPr>
        </p:nvSpPr>
        <p:spPr>
          <a:xfrm>
            <a:off x="1451200" y="4408963"/>
            <a:ext cx="268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9" name="Google Shape;309;p36"/>
          <p:cNvSpPr txBox="1">
            <a:spLocks noGrp="1"/>
          </p:cNvSpPr>
          <p:nvPr>
            <p:ph type="subTitle" idx="5"/>
          </p:nvPr>
        </p:nvSpPr>
        <p:spPr>
          <a:xfrm>
            <a:off x="8073933" y="3872595"/>
            <a:ext cx="2687200" cy="6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0" name="Google Shape;310;p36"/>
          <p:cNvSpPr txBox="1">
            <a:spLocks noGrp="1"/>
          </p:cNvSpPr>
          <p:nvPr>
            <p:ph type="subTitle" idx="6"/>
          </p:nvPr>
        </p:nvSpPr>
        <p:spPr>
          <a:xfrm>
            <a:off x="8073933" y="4408963"/>
            <a:ext cx="268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1" name="Google Shape;311;p36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735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312" name="Google Shape;312;p36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" name="Google Shape;313;p36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" name="Google Shape;314;p36"/>
          <p:cNvCxnSpPr/>
          <p:nvPr/>
        </p:nvCxnSpPr>
        <p:spPr>
          <a:xfrm>
            <a:off x="9912233" y="-167467"/>
            <a:ext cx="2657600" cy="1773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25427198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Numbers and text 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6" name="Google Shape;316;p37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" name="Google Shape;317;p37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" name="Google Shape;318;p37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" name="Google Shape;319;p37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" name="Google Shape;320;p37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" name="Google Shape;321;p37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2" name="Google Shape;322;p37"/>
          <p:cNvSpPr txBox="1">
            <a:spLocks noGrp="1"/>
          </p:cNvSpPr>
          <p:nvPr>
            <p:ph type="title"/>
          </p:nvPr>
        </p:nvSpPr>
        <p:spPr>
          <a:xfrm>
            <a:off x="3706800" y="593367"/>
            <a:ext cx="4778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3" name="Google Shape;323;p37"/>
          <p:cNvSpPr txBox="1">
            <a:spLocks noGrp="1"/>
          </p:cNvSpPr>
          <p:nvPr>
            <p:ph type="subTitle" idx="1"/>
          </p:nvPr>
        </p:nvSpPr>
        <p:spPr>
          <a:xfrm>
            <a:off x="7075533" y="2280253"/>
            <a:ext cx="3314800" cy="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4" name="Google Shape;324;p37"/>
          <p:cNvSpPr txBox="1">
            <a:spLocks noGrp="1"/>
          </p:cNvSpPr>
          <p:nvPr>
            <p:ph type="subTitle" idx="2"/>
          </p:nvPr>
        </p:nvSpPr>
        <p:spPr>
          <a:xfrm>
            <a:off x="7075533" y="2814956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5" name="Google Shape;325;p37"/>
          <p:cNvSpPr txBox="1">
            <a:spLocks noGrp="1"/>
          </p:cNvSpPr>
          <p:nvPr>
            <p:ph type="subTitle" idx="3"/>
          </p:nvPr>
        </p:nvSpPr>
        <p:spPr>
          <a:xfrm>
            <a:off x="1801667" y="2280253"/>
            <a:ext cx="3314800" cy="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6" name="Google Shape;326;p37"/>
          <p:cNvSpPr txBox="1">
            <a:spLocks noGrp="1"/>
          </p:cNvSpPr>
          <p:nvPr>
            <p:ph type="subTitle" idx="4"/>
          </p:nvPr>
        </p:nvSpPr>
        <p:spPr>
          <a:xfrm>
            <a:off x="1801667" y="2814956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7" name="Google Shape;327;p37"/>
          <p:cNvSpPr txBox="1">
            <a:spLocks noGrp="1"/>
          </p:cNvSpPr>
          <p:nvPr>
            <p:ph type="subTitle" idx="5"/>
          </p:nvPr>
        </p:nvSpPr>
        <p:spPr>
          <a:xfrm>
            <a:off x="7075533" y="4736157"/>
            <a:ext cx="3314800" cy="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8" name="Google Shape;328;p37"/>
          <p:cNvSpPr txBox="1">
            <a:spLocks noGrp="1"/>
          </p:cNvSpPr>
          <p:nvPr>
            <p:ph type="subTitle" idx="6"/>
          </p:nvPr>
        </p:nvSpPr>
        <p:spPr>
          <a:xfrm>
            <a:off x="7075533" y="5261983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9" name="Google Shape;329;p37"/>
          <p:cNvSpPr txBox="1">
            <a:spLocks noGrp="1"/>
          </p:cNvSpPr>
          <p:nvPr>
            <p:ph type="subTitle" idx="7"/>
          </p:nvPr>
        </p:nvSpPr>
        <p:spPr>
          <a:xfrm>
            <a:off x="1801667" y="4736157"/>
            <a:ext cx="3314800" cy="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0" name="Google Shape;330;p37"/>
          <p:cNvSpPr txBox="1">
            <a:spLocks noGrp="1"/>
          </p:cNvSpPr>
          <p:nvPr>
            <p:ph type="subTitle" idx="8"/>
          </p:nvPr>
        </p:nvSpPr>
        <p:spPr>
          <a:xfrm>
            <a:off x="1801733" y="5261983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1" name="Google Shape;331;p37"/>
          <p:cNvSpPr txBox="1">
            <a:spLocks noGrp="1"/>
          </p:cNvSpPr>
          <p:nvPr>
            <p:ph type="title" idx="9" hasCustomPrompt="1"/>
          </p:nvPr>
        </p:nvSpPr>
        <p:spPr>
          <a:xfrm>
            <a:off x="1801667" y="1508567"/>
            <a:ext cx="3314800" cy="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2" name="Google Shape;332;p37"/>
          <p:cNvSpPr txBox="1">
            <a:spLocks noGrp="1"/>
          </p:cNvSpPr>
          <p:nvPr>
            <p:ph type="title" idx="13" hasCustomPrompt="1"/>
          </p:nvPr>
        </p:nvSpPr>
        <p:spPr>
          <a:xfrm>
            <a:off x="7075533" y="1508567"/>
            <a:ext cx="3314800" cy="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3" name="Google Shape;333;p37"/>
          <p:cNvSpPr txBox="1">
            <a:spLocks noGrp="1"/>
          </p:cNvSpPr>
          <p:nvPr>
            <p:ph type="title" idx="14" hasCustomPrompt="1"/>
          </p:nvPr>
        </p:nvSpPr>
        <p:spPr>
          <a:xfrm>
            <a:off x="1801733" y="3952751"/>
            <a:ext cx="3314800" cy="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4" name="Google Shape;334;p37"/>
          <p:cNvSpPr txBox="1">
            <a:spLocks noGrp="1"/>
          </p:cNvSpPr>
          <p:nvPr>
            <p:ph type="title" idx="15" hasCustomPrompt="1"/>
          </p:nvPr>
        </p:nvSpPr>
        <p:spPr>
          <a:xfrm>
            <a:off x="7075533" y="3952751"/>
            <a:ext cx="3314800" cy="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755265452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8"/>
          <p:cNvSpPr txBox="1">
            <a:spLocks noGrp="1"/>
          </p:cNvSpPr>
          <p:nvPr>
            <p:ph type="subTitle" idx="1"/>
          </p:nvPr>
        </p:nvSpPr>
        <p:spPr>
          <a:xfrm>
            <a:off x="4957767" y="4392265"/>
            <a:ext cx="21904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7" name="Google Shape;337;p38"/>
          <p:cNvSpPr txBox="1">
            <a:spLocks noGrp="1"/>
          </p:cNvSpPr>
          <p:nvPr>
            <p:ph type="subTitle" idx="2"/>
          </p:nvPr>
        </p:nvSpPr>
        <p:spPr>
          <a:xfrm>
            <a:off x="4823567" y="4938529"/>
            <a:ext cx="245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8" name="Google Shape;338;p38"/>
          <p:cNvSpPr txBox="1">
            <a:spLocks noGrp="1"/>
          </p:cNvSpPr>
          <p:nvPr>
            <p:ph type="subTitle" idx="3"/>
          </p:nvPr>
        </p:nvSpPr>
        <p:spPr>
          <a:xfrm>
            <a:off x="1770700" y="4392265"/>
            <a:ext cx="21904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9" name="Google Shape;339;p38"/>
          <p:cNvSpPr txBox="1">
            <a:spLocks noGrp="1"/>
          </p:cNvSpPr>
          <p:nvPr>
            <p:ph type="subTitle" idx="4"/>
          </p:nvPr>
        </p:nvSpPr>
        <p:spPr>
          <a:xfrm>
            <a:off x="1636568" y="4938529"/>
            <a:ext cx="245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0" name="Google Shape;340;p38"/>
          <p:cNvSpPr txBox="1">
            <a:spLocks noGrp="1"/>
          </p:cNvSpPr>
          <p:nvPr>
            <p:ph type="subTitle" idx="5"/>
          </p:nvPr>
        </p:nvSpPr>
        <p:spPr>
          <a:xfrm>
            <a:off x="8144733" y="4392265"/>
            <a:ext cx="21908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1" name="Google Shape;341;p38"/>
          <p:cNvSpPr txBox="1">
            <a:spLocks noGrp="1"/>
          </p:cNvSpPr>
          <p:nvPr>
            <p:ph type="subTitle" idx="6"/>
          </p:nvPr>
        </p:nvSpPr>
        <p:spPr>
          <a:xfrm>
            <a:off x="8010733" y="4938529"/>
            <a:ext cx="245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2" name="Google Shape;342;p38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425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343" name="Google Shape;343;p38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4" name="Google Shape;344;p38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34226948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9"/>
          <p:cNvSpPr txBox="1">
            <a:spLocks noGrp="1"/>
          </p:cNvSpPr>
          <p:nvPr>
            <p:ph type="subTitle" idx="1"/>
          </p:nvPr>
        </p:nvSpPr>
        <p:spPr>
          <a:xfrm>
            <a:off x="6333567" y="2176995"/>
            <a:ext cx="26864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7" name="Google Shape;347;p39"/>
          <p:cNvSpPr txBox="1">
            <a:spLocks noGrp="1"/>
          </p:cNvSpPr>
          <p:nvPr>
            <p:ph type="subTitle" idx="2"/>
          </p:nvPr>
        </p:nvSpPr>
        <p:spPr>
          <a:xfrm>
            <a:off x="6333579" y="2713363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8" name="Google Shape;348;p39"/>
          <p:cNvSpPr txBox="1">
            <a:spLocks noGrp="1"/>
          </p:cNvSpPr>
          <p:nvPr>
            <p:ph type="subTitle" idx="3"/>
          </p:nvPr>
        </p:nvSpPr>
        <p:spPr>
          <a:xfrm>
            <a:off x="3075267" y="2176995"/>
            <a:ext cx="26864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9" name="Google Shape;349;p39"/>
          <p:cNvSpPr txBox="1">
            <a:spLocks noGrp="1"/>
          </p:cNvSpPr>
          <p:nvPr>
            <p:ph type="subTitle" idx="4"/>
          </p:nvPr>
        </p:nvSpPr>
        <p:spPr>
          <a:xfrm>
            <a:off x="3075283" y="2713363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0" name="Google Shape;350;p39"/>
          <p:cNvSpPr txBox="1">
            <a:spLocks noGrp="1"/>
          </p:cNvSpPr>
          <p:nvPr>
            <p:ph type="subTitle" idx="5"/>
          </p:nvPr>
        </p:nvSpPr>
        <p:spPr>
          <a:xfrm>
            <a:off x="6333567" y="4083031"/>
            <a:ext cx="26864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1" name="Google Shape;351;p39"/>
          <p:cNvSpPr txBox="1">
            <a:spLocks noGrp="1"/>
          </p:cNvSpPr>
          <p:nvPr>
            <p:ph type="subTitle" idx="6"/>
          </p:nvPr>
        </p:nvSpPr>
        <p:spPr>
          <a:xfrm>
            <a:off x="6333579" y="4628063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2" name="Google Shape;352;p39"/>
          <p:cNvSpPr txBox="1">
            <a:spLocks noGrp="1"/>
          </p:cNvSpPr>
          <p:nvPr>
            <p:ph type="subTitle" idx="7"/>
          </p:nvPr>
        </p:nvSpPr>
        <p:spPr>
          <a:xfrm>
            <a:off x="3075267" y="4083031"/>
            <a:ext cx="26864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3" name="Google Shape;353;p39"/>
          <p:cNvSpPr txBox="1">
            <a:spLocks noGrp="1"/>
          </p:cNvSpPr>
          <p:nvPr>
            <p:ph type="subTitle" idx="8"/>
          </p:nvPr>
        </p:nvSpPr>
        <p:spPr>
          <a:xfrm>
            <a:off x="3075283" y="4628063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4" name="Google Shape;354;p39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3714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355" name="Google Shape;355;p39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6" name="Google Shape;356;p39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768356004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8" name="Google Shape;358;p40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9" name="Google Shape;359;p40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0" name="Google Shape;360;p40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1" name="Google Shape;361;p40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" name="Google Shape;362;p40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3" name="Google Shape;363;p40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4" name="Google Shape;364;p40"/>
          <p:cNvSpPr txBox="1">
            <a:spLocks noGrp="1"/>
          </p:cNvSpPr>
          <p:nvPr>
            <p:ph type="subTitle" idx="1"/>
          </p:nvPr>
        </p:nvSpPr>
        <p:spPr>
          <a:xfrm>
            <a:off x="971667" y="1483829"/>
            <a:ext cx="26864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5" name="Google Shape;365;p40"/>
          <p:cNvSpPr txBox="1">
            <a:spLocks noGrp="1"/>
          </p:cNvSpPr>
          <p:nvPr>
            <p:ph type="subTitle" idx="2"/>
          </p:nvPr>
        </p:nvSpPr>
        <p:spPr>
          <a:xfrm>
            <a:off x="971683" y="2020199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6" name="Google Shape;366;p40"/>
          <p:cNvSpPr txBox="1">
            <a:spLocks noGrp="1"/>
          </p:cNvSpPr>
          <p:nvPr>
            <p:ph type="subTitle" idx="3"/>
          </p:nvPr>
        </p:nvSpPr>
        <p:spPr>
          <a:xfrm>
            <a:off x="971667" y="2715181"/>
            <a:ext cx="26864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7" name="Google Shape;367;p40"/>
          <p:cNvSpPr txBox="1">
            <a:spLocks noGrp="1"/>
          </p:cNvSpPr>
          <p:nvPr>
            <p:ph type="subTitle" idx="4"/>
          </p:nvPr>
        </p:nvSpPr>
        <p:spPr>
          <a:xfrm>
            <a:off x="971683" y="3260213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8" name="Google Shape;368;p40"/>
          <p:cNvSpPr txBox="1">
            <a:spLocks noGrp="1"/>
          </p:cNvSpPr>
          <p:nvPr>
            <p:ph type="title"/>
          </p:nvPr>
        </p:nvSpPr>
        <p:spPr>
          <a:xfrm>
            <a:off x="2042200" y="593367"/>
            <a:ext cx="810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9" name="Google Shape;369;p40"/>
          <p:cNvSpPr txBox="1">
            <a:spLocks noGrp="1"/>
          </p:cNvSpPr>
          <p:nvPr>
            <p:ph type="subTitle" idx="5"/>
          </p:nvPr>
        </p:nvSpPr>
        <p:spPr>
          <a:xfrm>
            <a:off x="971667" y="3996300"/>
            <a:ext cx="26864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0" name="Google Shape;370;p40"/>
          <p:cNvSpPr txBox="1">
            <a:spLocks noGrp="1"/>
          </p:cNvSpPr>
          <p:nvPr>
            <p:ph type="subTitle" idx="6"/>
          </p:nvPr>
        </p:nvSpPr>
        <p:spPr>
          <a:xfrm>
            <a:off x="971683" y="4541332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12766537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1"/>
          <p:cNvSpPr txBox="1">
            <a:spLocks noGrp="1"/>
          </p:cNvSpPr>
          <p:nvPr>
            <p:ph type="title" hasCustomPrompt="1"/>
          </p:nvPr>
        </p:nvSpPr>
        <p:spPr>
          <a:xfrm>
            <a:off x="3457233" y="952800"/>
            <a:ext cx="52776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3" name="Google Shape;373;p41"/>
          <p:cNvSpPr txBox="1">
            <a:spLocks noGrp="1"/>
          </p:cNvSpPr>
          <p:nvPr>
            <p:ph type="subTitle" idx="1"/>
          </p:nvPr>
        </p:nvSpPr>
        <p:spPr>
          <a:xfrm>
            <a:off x="3153312" y="1795200"/>
            <a:ext cx="5885600" cy="5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4" name="Google Shape;374;p41"/>
          <p:cNvSpPr txBox="1">
            <a:spLocks noGrp="1"/>
          </p:cNvSpPr>
          <p:nvPr>
            <p:ph type="title" idx="2" hasCustomPrompt="1"/>
          </p:nvPr>
        </p:nvSpPr>
        <p:spPr>
          <a:xfrm>
            <a:off x="3457233" y="2750700"/>
            <a:ext cx="52776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7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5" name="Google Shape;375;p41"/>
          <p:cNvSpPr txBox="1">
            <a:spLocks noGrp="1"/>
          </p:cNvSpPr>
          <p:nvPr>
            <p:ph type="subTitle" idx="3"/>
          </p:nvPr>
        </p:nvSpPr>
        <p:spPr>
          <a:xfrm>
            <a:off x="3153312" y="3593100"/>
            <a:ext cx="5885600" cy="5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6" name="Google Shape;376;p41"/>
          <p:cNvSpPr txBox="1">
            <a:spLocks noGrp="1"/>
          </p:cNvSpPr>
          <p:nvPr>
            <p:ph type="title" idx="4" hasCustomPrompt="1"/>
          </p:nvPr>
        </p:nvSpPr>
        <p:spPr>
          <a:xfrm>
            <a:off x="3457233" y="4548600"/>
            <a:ext cx="52776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7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7" name="Google Shape;377;p41"/>
          <p:cNvSpPr txBox="1">
            <a:spLocks noGrp="1"/>
          </p:cNvSpPr>
          <p:nvPr>
            <p:ph type="subTitle" idx="5"/>
          </p:nvPr>
        </p:nvSpPr>
        <p:spPr>
          <a:xfrm>
            <a:off x="3153267" y="5391000"/>
            <a:ext cx="5885600" cy="5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378" name="Google Shape;378;p41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9" name="Google Shape;379;p41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811477805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2"/>
          <p:cNvSpPr txBox="1">
            <a:spLocks noGrp="1"/>
          </p:cNvSpPr>
          <p:nvPr>
            <p:ph type="subTitle" idx="1"/>
          </p:nvPr>
        </p:nvSpPr>
        <p:spPr>
          <a:xfrm>
            <a:off x="7600812" y="2779025"/>
            <a:ext cx="36860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2" name="Google Shape;382;p42"/>
          <p:cNvSpPr txBox="1">
            <a:spLocks noGrp="1"/>
          </p:cNvSpPr>
          <p:nvPr>
            <p:ph type="subTitle" idx="2"/>
          </p:nvPr>
        </p:nvSpPr>
        <p:spPr>
          <a:xfrm>
            <a:off x="7600828" y="3315392"/>
            <a:ext cx="3686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3" name="Google Shape;383;p42"/>
          <p:cNvSpPr txBox="1">
            <a:spLocks noGrp="1"/>
          </p:cNvSpPr>
          <p:nvPr>
            <p:ph type="subTitle" idx="3"/>
          </p:nvPr>
        </p:nvSpPr>
        <p:spPr>
          <a:xfrm>
            <a:off x="2631984" y="1202845"/>
            <a:ext cx="36860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4" name="Google Shape;384;p42"/>
          <p:cNvSpPr txBox="1">
            <a:spLocks noGrp="1"/>
          </p:cNvSpPr>
          <p:nvPr>
            <p:ph type="subTitle" idx="4"/>
          </p:nvPr>
        </p:nvSpPr>
        <p:spPr>
          <a:xfrm>
            <a:off x="2631984" y="1739213"/>
            <a:ext cx="3686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5" name="Google Shape;385;p42"/>
          <p:cNvSpPr txBox="1">
            <a:spLocks noGrp="1"/>
          </p:cNvSpPr>
          <p:nvPr>
            <p:ph type="subTitle" idx="5"/>
          </p:nvPr>
        </p:nvSpPr>
        <p:spPr>
          <a:xfrm>
            <a:off x="2631984" y="4387833"/>
            <a:ext cx="36860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6" name="Google Shape;386;p42"/>
          <p:cNvSpPr txBox="1">
            <a:spLocks noGrp="1"/>
          </p:cNvSpPr>
          <p:nvPr>
            <p:ph type="subTitle" idx="6"/>
          </p:nvPr>
        </p:nvSpPr>
        <p:spPr>
          <a:xfrm>
            <a:off x="2631984" y="4932865"/>
            <a:ext cx="3686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387" name="Google Shape;387;p42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8" name="Google Shape;388;p42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9" name="Google Shape;389;p42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0" name="Google Shape;390;p42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1" name="Google Shape;391;p42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2" name="Google Shape;392;p42"/>
          <p:cNvSpPr txBox="1">
            <a:spLocks noGrp="1"/>
          </p:cNvSpPr>
          <p:nvPr>
            <p:ph type="title" hasCustomPrompt="1"/>
          </p:nvPr>
        </p:nvSpPr>
        <p:spPr>
          <a:xfrm>
            <a:off x="977333" y="1485933"/>
            <a:ext cx="14908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3" name="Google Shape;393;p42"/>
          <p:cNvSpPr txBox="1">
            <a:spLocks noGrp="1"/>
          </p:cNvSpPr>
          <p:nvPr>
            <p:ph type="title" idx="7" hasCustomPrompt="1"/>
          </p:nvPr>
        </p:nvSpPr>
        <p:spPr>
          <a:xfrm>
            <a:off x="977333" y="4670900"/>
            <a:ext cx="14908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4" name="Google Shape;394;p42"/>
          <p:cNvSpPr txBox="1">
            <a:spLocks noGrp="1"/>
          </p:cNvSpPr>
          <p:nvPr>
            <p:ph type="title" idx="8" hasCustomPrompt="1"/>
          </p:nvPr>
        </p:nvSpPr>
        <p:spPr>
          <a:xfrm>
            <a:off x="5921336" y="3035317"/>
            <a:ext cx="14908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547237093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>
            <a:spLocks noGrp="1"/>
          </p:cNvSpPr>
          <p:nvPr>
            <p:ph type="title"/>
          </p:nvPr>
        </p:nvSpPr>
        <p:spPr>
          <a:xfrm>
            <a:off x="1071667" y="2720661"/>
            <a:ext cx="5450000" cy="8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7" name="Google Shape;397;p43"/>
          <p:cNvSpPr txBox="1">
            <a:spLocks noGrp="1"/>
          </p:cNvSpPr>
          <p:nvPr>
            <p:ph type="subTitle" idx="1"/>
          </p:nvPr>
        </p:nvSpPr>
        <p:spPr>
          <a:xfrm>
            <a:off x="1071667" y="3591367"/>
            <a:ext cx="42124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398" name="Google Shape;398;p4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9" name="Google Shape;399;p4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09250327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4"/>
          <p:cNvSpPr txBox="1">
            <a:spLocks noGrp="1"/>
          </p:cNvSpPr>
          <p:nvPr>
            <p:ph type="title"/>
          </p:nvPr>
        </p:nvSpPr>
        <p:spPr>
          <a:xfrm>
            <a:off x="5986867" y="2730300"/>
            <a:ext cx="4485600" cy="8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2" name="Google Shape;402;p44"/>
          <p:cNvSpPr txBox="1">
            <a:spLocks noGrp="1"/>
          </p:cNvSpPr>
          <p:nvPr>
            <p:ph type="subTitle" idx="1"/>
          </p:nvPr>
        </p:nvSpPr>
        <p:spPr>
          <a:xfrm>
            <a:off x="6474067" y="3593100"/>
            <a:ext cx="39984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None/>
              <a:defRPr sz="1867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403" name="Google Shape;403;p44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4" name="Google Shape;404;p44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32661066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 txBox="1">
            <a:spLocks noGrp="1"/>
          </p:cNvSpPr>
          <p:nvPr>
            <p:ph type="subTitle" idx="1"/>
          </p:nvPr>
        </p:nvSpPr>
        <p:spPr>
          <a:xfrm>
            <a:off x="5555733" y="1938033"/>
            <a:ext cx="5276800" cy="38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50799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7" name="Google Shape;407;p45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6003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408" name="Google Shape;408;p45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9" name="Google Shape;409;p45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" name="Google Shape;410;p45"/>
          <p:cNvCxnSpPr/>
          <p:nvPr/>
        </p:nvCxnSpPr>
        <p:spPr>
          <a:xfrm flipH="1">
            <a:off x="9029533" y="4884600"/>
            <a:ext cx="3764400" cy="2177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10123643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2" name="Google Shape;412;p46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" name="Google Shape;413;p46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4" name="Google Shape;414;p46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5" name="Google Shape;415;p46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6" name="Google Shape;416;p46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7" name="Google Shape;417;p46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8" name="Google Shape;418;p46"/>
          <p:cNvSpPr txBox="1">
            <a:spLocks noGrp="1"/>
          </p:cNvSpPr>
          <p:nvPr>
            <p:ph type="title"/>
          </p:nvPr>
        </p:nvSpPr>
        <p:spPr>
          <a:xfrm>
            <a:off x="2042200" y="593367"/>
            <a:ext cx="810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9" name="Google Shape;419;p46"/>
          <p:cNvSpPr txBox="1">
            <a:spLocks noGrp="1"/>
          </p:cNvSpPr>
          <p:nvPr>
            <p:ph type="subTitle" idx="1"/>
          </p:nvPr>
        </p:nvSpPr>
        <p:spPr>
          <a:xfrm>
            <a:off x="6033584" y="2050217"/>
            <a:ext cx="5276800" cy="38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50799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0" name="Google Shape;420;p46"/>
          <p:cNvSpPr txBox="1">
            <a:spLocks noGrp="1"/>
          </p:cNvSpPr>
          <p:nvPr>
            <p:ph type="subTitle" idx="2"/>
          </p:nvPr>
        </p:nvSpPr>
        <p:spPr>
          <a:xfrm>
            <a:off x="881617" y="2050217"/>
            <a:ext cx="5276800" cy="38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50799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62667256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7"/>
          <p:cNvSpPr txBox="1">
            <a:spLocks noGrp="1"/>
          </p:cNvSpPr>
          <p:nvPr>
            <p:ph type="subTitle" idx="1"/>
          </p:nvPr>
        </p:nvSpPr>
        <p:spPr>
          <a:xfrm>
            <a:off x="6421433" y="4821833"/>
            <a:ext cx="3922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3" name="Google Shape;423;p47"/>
          <p:cNvSpPr txBox="1">
            <a:spLocks noGrp="1"/>
          </p:cNvSpPr>
          <p:nvPr>
            <p:ph type="subTitle" idx="2"/>
          </p:nvPr>
        </p:nvSpPr>
        <p:spPr>
          <a:xfrm>
            <a:off x="6421600" y="5275167"/>
            <a:ext cx="3922400" cy="8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4" name="Google Shape;424;p47"/>
          <p:cNvSpPr txBox="1">
            <a:spLocks noGrp="1"/>
          </p:cNvSpPr>
          <p:nvPr>
            <p:ph type="subTitle" idx="3"/>
          </p:nvPr>
        </p:nvSpPr>
        <p:spPr>
          <a:xfrm>
            <a:off x="1847772" y="4821833"/>
            <a:ext cx="3922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5" name="Google Shape;425;p47"/>
          <p:cNvSpPr txBox="1">
            <a:spLocks noGrp="1"/>
          </p:cNvSpPr>
          <p:nvPr>
            <p:ph type="subTitle" idx="4"/>
          </p:nvPr>
        </p:nvSpPr>
        <p:spPr>
          <a:xfrm>
            <a:off x="1848033" y="5275167"/>
            <a:ext cx="3922400" cy="8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6" name="Google Shape;426;p47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363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427" name="Google Shape;427;p47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8" name="Google Shape;428;p47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22979142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Title and three columns 4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8"/>
          <p:cNvSpPr txBox="1">
            <a:spLocks noGrp="1"/>
          </p:cNvSpPr>
          <p:nvPr>
            <p:ph type="title"/>
          </p:nvPr>
        </p:nvSpPr>
        <p:spPr>
          <a:xfrm>
            <a:off x="1659000" y="593367"/>
            <a:ext cx="88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1" name="Google Shape;431;p48"/>
          <p:cNvSpPr txBox="1">
            <a:spLocks noGrp="1"/>
          </p:cNvSpPr>
          <p:nvPr>
            <p:ph type="subTitle" idx="1"/>
          </p:nvPr>
        </p:nvSpPr>
        <p:spPr>
          <a:xfrm>
            <a:off x="4678667" y="45316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2" name="Google Shape;432;p48"/>
          <p:cNvSpPr txBox="1">
            <a:spLocks noGrp="1"/>
          </p:cNvSpPr>
          <p:nvPr>
            <p:ph type="subTitle" idx="2"/>
          </p:nvPr>
        </p:nvSpPr>
        <p:spPr>
          <a:xfrm>
            <a:off x="4678700" y="5086600"/>
            <a:ext cx="2834800" cy="11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3" name="Google Shape;433;p48"/>
          <p:cNvSpPr txBox="1">
            <a:spLocks noGrp="1"/>
          </p:cNvSpPr>
          <p:nvPr>
            <p:ph type="subTitle" idx="3"/>
          </p:nvPr>
        </p:nvSpPr>
        <p:spPr>
          <a:xfrm>
            <a:off x="1270700" y="45316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4" name="Google Shape;434;p48"/>
          <p:cNvSpPr txBox="1">
            <a:spLocks noGrp="1"/>
          </p:cNvSpPr>
          <p:nvPr>
            <p:ph type="subTitle" idx="4"/>
          </p:nvPr>
        </p:nvSpPr>
        <p:spPr>
          <a:xfrm>
            <a:off x="1270833" y="5086601"/>
            <a:ext cx="2834800" cy="11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5" name="Google Shape;435;p48"/>
          <p:cNvSpPr txBox="1">
            <a:spLocks noGrp="1"/>
          </p:cNvSpPr>
          <p:nvPr>
            <p:ph type="subTitle" idx="5"/>
          </p:nvPr>
        </p:nvSpPr>
        <p:spPr>
          <a:xfrm>
            <a:off x="8086500" y="45316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6" name="Google Shape;436;p48"/>
          <p:cNvSpPr txBox="1">
            <a:spLocks noGrp="1"/>
          </p:cNvSpPr>
          <p:nvPr>
            <p:ph type="subTitle" idx="6"/>
          </p:nvPr>
        </p:nvSpPr>
        <p:spPr>
          <a:xfrm>
            <a:off x="8086500" y="5086600"/>
            <a:ext cx="2834800" cy="11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437" name="Google Shape;437;p48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8" name="Google Shape;438;p48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9" name="Google Shape;439;p48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0" name="Google Shape;440;p48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868147"/>
      </p:ext>
    </p:extLst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9"/>
          <p:cNvSpPr txBox="1">
            <a:spLocks noGrp="1"/>
          </p:cNvSpPr>
          <p:nvPr>
            <p:ph type="title"/>
          </p:nvPr>
        </p:nvSpPr>
        <p:spPr>
          <a:xfrm>
            <a:off x="3777200" y="1054933"/>
            <a:ext cx="4637600" cy="12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9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43" name="Google Shape;443;p49"/>
          <p:cNvSpPr txBox="1">
            <a:spLocks noGrp="1"/>
          </p:cNvSpPr>
          <p:nvPr>
            <p:ph type="subTitle" idx="1"/>
          </p:nvPr>
        </p:nvSpPr>
        <p:spPr>
          <a:xfrm>
            <a:off x="3977800" y="2332567"/>
            <a:ext cx="4236400" cy="12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4" name="Google Shape;444;p49"/>
          <p:cNvSpPr txBox="1"/>
          <p:nvPr/>
        </p:nvSpPr>
        <p:spPr>
          <a:xfrm>
            <a:off x="3867267" y="4584367"/>
            <a:ext cx="4457600" cy="9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7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" sz="1467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lang="en" sz="1467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467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467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467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lang="en" sz="1467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467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5" name="Google Shape;445;p49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6" name="Google Shape;446;p49"/>
          <p:cNvCxnSpPr/>
          <p:nvPr/>
        </p:nvCxnSpPr>
        <p:spPr>
          <a:xfrm>
            <a:off x="-343967" y="5247167"/>
            <a:ext cx="4063200" cy="1795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7" name="Google Shape;447;p49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8" name="Google Shape;448;p49"/>
          <p:cNvCxnSpPr/>
          <p:nvPr/>
        </p:nvCxnSpPr>
        <p:spPr>
          <a:xfrm>
            <a:off x="8623267" y="-96733"/>
            <a:ext cx="4063200" cy="1795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38722402"/>
      </p:ext>
    </p:extLst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652258601"/>
      </p:ext>
    </p:extLst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9912233" y="-167467"/>
            <a:ext cx="2657600" cy="1773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96367" y="5257967"/>
            <a:ext cx="2657600" cy="1773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771626202"/>
      </p:ext>
    </p:extLst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9029533" y="4884600"/>
            <a:ext cx="3764400" cy="2177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842308669"/>
      </p:ext>
    </p:extLst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020579359"/>
      </p:ext>
    </p:extLst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799E-EB8E-4038-8063-81BB57C732D4}" type="datetime1">
              <a:rPr lang="en-US" smtClean="0"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46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6D3E3-28E2-4380-A113-67698215C5F8}" type="datetime1">
              <a:rPr lang="en-US" smtClean="0"/>
              <a:t>7/26/2024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705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19647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6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1235150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60810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7/26/2024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4483916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799E-EB8E-4038-8063-81BB57C732D4}" type="datetime1">
              <a:rPr lang="en-US" smtClean="0"/>
              <a:t>7/26/2024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5232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7/26/2024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602327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6D3E3-28E2-4380-A113-67698215C5F8}" type="datetime1">
              <a:rPr lang="en-US" smtClean="0"/>
              <a:t>7/26/2024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98862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7/26/2024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924857"/>
      </p:ext>
    </p:extLst>
  </p:cSld>
  <p:clrMapOvr>
    <a:masterClrMapping/>
  </p:clrMapOvr>
  <p:hf sldNum="0"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7/26/2024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698518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7/26/2024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573584"/>
      </p:ext>
    </p:extLst>
  </p:cSld>
  <p:clrMapOvr>
    <a:masterClrMapping/>
  </p:clrMapOvr>
  <p:hf sldNum="0"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smtClean="0"/>
              <a:t>7/26/2024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605557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7/26/2024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361049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7/26/2024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068175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7/26/2024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269786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628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951000" y="1697233"/>
            <a:ext cx="10290000" cy="43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467"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888903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key color">
  <p:cSld name="Blank key colo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11364209" y="6336175"/>
            <a:ext cx="731600" cy="42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1331596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3414253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1000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816281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6" r:id="rId5"/>
    <p:sldLayoutId id="2147483737" r:id="rId6"/>
    <p:sldLayoutId id="2147483738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  <p:sldLayoutId id="2147483752" r:id="rId20"/>
    <p:sldLayoutId id="2147483753" r:id="rId21"/>
    <p:sldLayoutId id="2147483754" r:id="rId22"/>
    <p:sldLayoutId id="2147483755" r:id="rId23"/>
    <p:sldLayoutId id="2147483756" r:id="rId24"/>
    <p:sldLayoutId id="2147483757" r:id="rId25"/>
    <p:sldLayoutId id="2147483758" r:id="rId26"/>
    <p:sldLayoutId id="2147483759" r:id="rId27"/>
    <p:sldLayoutId id="2147483760" r:id="rId28"/>
    <p:sldLayoutId id="2147483762" r:id="rId29"/>
    <p:sldLayoutId id="2147483763" r:id="rId30"/>
    <p:sldLayoutId id="2147483764" r:id="rId31"/>
    <p:sldLayoutId id="2147483765" r:id="rId32"/>
    <p:sldLayoutId id="2147483766" r:id="rId33"/>
    <p:sldLayoutId id="2147483767" r:id="rId34"/>
    <p:sldLayoutId id="2147483768" r:id="rId35"/>
    <p:sldLayoutId id="2147483769" r:id="rId36"/>
    <p:sldLayoutId id="2147483770" r:id="rId37"/>
    <p:sldLayoutId id="2147483771" r:id="rId38"/>
    <p:sldLayoutId id="2147483772" r:id="rId39"/>
    <p:sldLayoutId id="2147483773" r:id="rId40"/>
    <p:sldLayoutId id="2147483774" r:id="rId41"/>
    <p:sldLayoutId id="2147483775" r:id="rId42"/>
    <p:sldLayoutId id="2147483776" r:id="rId43"/>
    <p:sldLayoutId id="2147483777" r:id="rId44"/>
    <p:sldLayoutId id="2147483778" r:id="rId45"/>
    <p:sldLayoutId id="2147483779" r:id="rId46"/>
    <p:sldLayoutId id="2147483780" r:id="rId47"/>
    <p:sldLayoutId id="2147483781" r:id="rId48"/>
    <p:sldLayoutId id="2147483782" r:id="rId4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4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70" name="Google Shape;470;p54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224277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7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76" name="Google Shape;476;p57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822132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8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7/26/2024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1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3" r:id="rId12"/>
    <p:sldLayoutId id="2147483862" r:id="rId13"/>
    <p:sldLayoutId id="2147483863" r:id="rId14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4.xml"/><Relationship Id="rId4" Type="http://schemas.openxmlformats.org/officeDocument/2006/relationships/customXml" Target="../ink/ink1.xml"/><Relationship Id="rId14" Type="http://schemas.openxmlformats.org/officeDocument/2006/relationships/image" Target="../media/image5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9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15.jpg"/><Relationship Id="rId5" Type="http://schemas.openxmlformats.org/officeDocument/2006/relationships/image" Target="../media/image16.png"/><Relationship Id="rId4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4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4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9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4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colab.research.google.com/drive/1uN9005P1ps0T7iTNDYV62JI_ArKktOZW#scrollTo=XoKGbeNYJXFr" TargetMode="External"/><Relationship Id="rId1" Type="http://schemas.openxmlformats.org/officeDocument/2006/relationships/slideLayout" Target="../slideLayouts/slideLayout59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9.xml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5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6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F721E-45CA-551B-D3E5-72DBFD619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6" y="593366"/>
            <a:ext cx="8177793" cy="11397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SAHIL AHAMED SHAIK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enthusiast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EF9FA-17BD-301B-6365-7EC6A9C4F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5500" y="1733092"/>
            <a:ext cx="11241000" cy="4394400"/>
          </a:xfrm>
        </p:spPr>
        <p:txBody>
          <a:bodyPr/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B.tech-mechatronics from Hindustan Institute of Technology and Sciences (HITS).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EXPERIENSES: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Abhyaz internship (Robotics intern)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about ROS, SolidWorks, and CAD software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Self-learning approach.</a:t>
            </a:r>
          </a:p>
          <a:p>
            <a:pPr marL="1405431" lvl="2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Edgeforce solutions (ROS intern)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on UGV path-planning (MOVE_BASE PACKAGE + creating self program)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on CBM designing and developing along with UGV parts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on EXO skeleton.</a:t>
            </a:r>
          </a:p>
          <a:p>
            <a:pPr lvl="2"/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PUBLICATIONS AND PRESENTATIONS: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evaluation of various knee assistive mechanisms for rehabilitation design and evaluation of various knee assistive mechanisms for rehabilitation, AIP Publishing · Nov 10, 2023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at RIACT 2022, RANE 2023 and AIIMS- 3.0.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Patent and journal is in process.</a:t>
            </a:r>
          </a:p>
          <a:p>
            <a:pPr marL="1405431" lvl="2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 lvl="2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FBFE4E-3288-42AA-DDE9-F3683FC23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645" y="0"/>
            <a:ext cx="1360459" cy="155481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00503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471F572-559F-862E-E2B4-5E7753584D54}"/>
              </a:ext>
            </a:extLst>
          </p:cNvPr>
          <p:cNvSpPr txBox="1">
            <a:spLocks/>
          </p:cNvSpPr>
          <p:nvPr/>
        </p:nvSpPr>
        <p:spPr>
          <a:xfrm>
            <a:off x="1852780" y="3429000"/>
            <a:ext cx="8486439" cy="177949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UGV Path-Planning</a:t>
            </a:r>
          </a:p>
          <a:p>
            <a:pPr>
              <a:buClrTx/>
              <a:buFontTx/>
            </a:pPr>
            <a:endParaRPr lang="en-US" sz="4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Tx/>
              <a:buFontTx/>
            </a:pPr>
            <a:r>
              <a:rPr lang="en-US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Edgeforce solutions(experience) </a:t>
            </a:r>
          </a:p>
        </p:txBody>
      </p:sp>
    </p:spTree>
    <p:extLst>
      <p:ext uri="{BB962C8B-B14F-4D97-AF65-F5344CB8AC3E}">
        <p14:creationId xmlns:p14="http://schemas.microsoft.com/office/powerpoint/2010/main" val="1039958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CCE93-5E8A-3A8B-E966-4899021E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UGV Path-Planning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7266F-F029-9A33-C32F-250F89A38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static programming of the robot where the robot movement is defined by giving waypoints at the start.</a:t>
            </a:r>
          </a:p>
          <a:p>
            <a:pPr>
              <a:lnSpc>
                <a:spcPct val="2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 obstacle detention is done by 3D point cloud sensor and the camera is there for region of interest.</a:t>
            </a:r>
          </a:p>
          <a:p>
            <a:pPr>
              <a:lnSpc>
                <a:spcPct val="2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methods described are  </a:t>
            </a:r>
          </a:p>
          <a:p>
            <a:pPr lvl="1">
              <a:lnSpc>
                <a:spcPct val="200000"/>
              </a:lnSpc>
            </a:pPr>
            <a:r>
              <a:rPr lang="en-IN" sz="1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Base package using DWA and trajectory planning</a:t>
            </a:r>
          </a:p>
          <a:p>
            <a:pPr lvl="1">
              <a:lnSpc>
                <a:spcPct val="200000"/>
              </a:lnSpc>
            </a:pPr>
            <a:r>
              <a:rPr lang="en-IN" sz="1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base programming using A* along with local and global map</a:t>
            </a:r>
          </a:p>
          <a:p>
            <a:pPr>
              <a:lnSpc>
                <a:spcPct val="2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simulations are done in the gazebo and RVIZ for initial testing. The sensor data collection along with final testing was done in the UGV with some major changes.</a:t>
            </a:r>
          </a:p>
          <a:p>
            <a:pPr>
              <a:lnSpc>
                <a:spcPct val="2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Along with that airport tug designing and PLANSYS2 in ROS 2.</a:t>
            </a:r>
          </a:p>
        </p:txBody>
      </p:sp>
    </p:spTree>
    <p:extLst>
      <p:ext uri="{BB962C8B-B14F-4D97-AF65-F5344CB8AC3E}">
        <p14:creationId xmlns:p14="http://schemas.microsoft.com/office/powerpoint/2010/main" val="2482906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643C3-6013-0363-34B9-58966C128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754" y="595063"/>
            <a:ext cx="8444045" cy="1084854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 INSTALLATION AND CAMERA INTEGRATION TO TUG IN RVIZ+GAZEBO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45E8FF-1D37-4775-A5DE-95C60072D9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9" t="6309"/>
          <a:stretch/>
        </p:blipFill>
        <p:spPr>
          <a:xfrm>
            <a:off x="433253" y="2526132"/>
            <a:ext cx="5512941" cy="3736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937658-65BA-4D1A-BB55-4FE058832E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8" t="6335" b="-396"/>
          <a:stretch/>
        </p:blipFill>
        <p:spPr>
          <a:xfrm>
            <a:off x="6136693" y="1679917"/>
            <a:ext cx="5512941" cy="37368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348CB95-5500-372D-4321-D4A0E8B37E8D}"/>
                  </a:ext>
                </a:extLst>
              </p14:cNvPr>
              <p14:cNvContentPartPr/>
              <p14:nvPr/>
            </p14:nvContentPartPr>
            <p14:xfrm>
              <a:off x="11152101" y="4186285"/>
              <a:ext cx="134640" cy="1066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348CB95-5500-372D-4321-D4A0E8B37E8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145981" y="4180165"/>
                <a:ext cx="146880" cy="107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917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7C691FF0-6A60-42FF-9F61-8C3961857411}"/>
              </a:ext>
            </a:extLst>
          </p:cNvPr>
          <p:cNvSpPr txBox="1">
            <a:spLocks/>
          </p:cNvSpPr>
          <p:nvPr/>
        </p:nvSpPr>
        <p:spPr>
          <a:xfrm>
            <a:off x="70518" y="0"/>
            <a:ext cx="9073482" cy="763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b="1" dirty="0"/>
              <a:t>Path planning using A* and SLAM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EB756D-DB5F-3ABD-BBD4-E7CCC521F2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2" t="16018" r="12932" b="4886"/>
          <a:stretch/>
        </p:blipFill>
        <p:spPr>
          <a:xfrm>
            <a:off x="-1" y="889328"/>
            <a:ext cx="4044445" cy="25061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43A198-6F95-F8BC-7460-99A37C6F93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4" t="16280" r="16893" b="6375"/>
          <a:stretch/>
        </p:blipFill>
        <p:spPr>
          <a:xfrm>
            <a:off x="7465526" y="3733375"/>
            <a:ext cx="4726474" cy="26416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2524FF-A28C-CAE6-42B5-0D9BC6970F3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39" t="14902" r="15125" b="9543"/>
          <a:stretch/>
        </p:blipFill>
        <p:spPr bwMode="auto">
          <a:xfrm>
            <a:off x="0" y="3598695"/>
            <a:ext cx="4044445" cy="27763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F73A0D5-5FC0-CDFD-95A8-190174C902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526" y="785950"/>
            <a:ext cx="4726474" cy="27128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78567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9646CEC-CA13-5063-1846-0FAAAE19A20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41" t="13560" r="18565" b="11070"/>
          <a:stretch/>
        </p:blipFill>
        <p:spPr bwMode="auto">
          <a:xfrm>
            <a:off x="0" y="3056965"/>
            <a:ext cx="4177554" cy="3323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E480A5-2DB2-3EFE-3A20-F1E6BDB7E7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" t="12033" r="50082" b="9352"/>
          <a:stretch/>
        </p:blipFill>
        <p:spPr bwMode="auto">
          <a:xfrm>
            <a:off x="7871012" y="3035961"/>
            <a:ext cx="4320988" cy="3344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2D4D82-8279-6EEC-716F-F2F2BFD841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341" y="0"/>
            <a:ext cx="5602940" cy="294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5B3CDD1-80B2-CC3F-5E77-44A1D3479878}"/>
              </a:ext>
            </a:extLst>
          </p:cNvPr>
          <p:cNvSpPr/>
          <p:nvPr/>
        </p:nvSpPr>
        <p:spPr>
          <a:xfrm>
            <a:off x="4753536" y="4197724"/>
            <a:ext cx="2541494" cy="7037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A* waypoint follower algorithm</a:t>
            </a:r>
          </a:p>
        </p:txBody>
      </p:sp>
    </p:spTree>
    <p:extLst>
      <p:ext uri="{BB962C8B-B14F-4D97-AF65-F5344CB8AC3E}">
        <p14:creationId xmlns:p14="http://schemas.microsoft.com/office/powerpoint/2010/main" val="3512804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bca7475-3d7a-4325-8b48-59eb00a000d3">
            <a:hlinkClick r:id="" action="ppaction://media"/>
            <a:extLst>
              <a:ext uri="{FF2B5EF4-FFF2-40B4-BE49-F238E27FC236}">
                <a16:creationId xmlns:a16="http://schemas.microsoft.com/office/drawing/2014/main" id="{1BDCB794-139A-8EEC-067B-95941A9B70D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714500"/>
            <a:ext cx="12192000" cy="3429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39C7EAE-B3EA-ADC9-837B-4403E8DBA3DA}"/>
              </a:ext>
            </a:extLst>
          </p:cNvPr>
          <p:cNvSpPr txBox="1">
            <a:spLocks/>
          </p:cNvSpPr>
          <p:nvPr/>
        </p:nvSpPr>
        <p:spPr>
          <a:xfrm>
            <a:off x="70518" y="0"/>
            <a:ext cx="9073482" cy="763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IN" b="1" dirty="0"/>
              <a:t>Path-planning algorithm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8177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73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4C4044-EE1E-4283-3D0C-2B8617758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38465"/>
            <a:ext cx="3382588" cy="31699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4B09E2-63D6-E748-0186-AE34BA3D0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413" y="3325906"/>
            <a:ext cx="4636587" cy="30276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8C3E8C8-1A83-51A3-45F2-73B62DD35F66}"/>
                  </a:ext>
                </a:extLst>
              </p14:cNvPr>
              <p14:cNvContentPartPr/>
              <p14:nvPr/>
            </p14:nvContentPartPr>
            <p14:xfrm>
              <a:off x="7583781" y="2357739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8C3E8C8-1A83-51A3-45F2-73B62DD35F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77661" y="235161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97601EE-0839-1B91-B31C-EE64384337A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51" t="21908" r="7972" b="14182"/>
          <a:stretch/>
        </p:blipFill>
        <p:spPr>
          <a:xfrm>
            <a:off x="3182473" y="35650"/>
            <a:ext cx="5626941" cy="31028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1EA6777-95E9-6EC7-8309-53CCABCF675C}"/>
              </a:ext>
            </a:extLst>
          </p:cNvPr>
          <p:cNvSpPr/>
          <p:nvPr/>
        </p:nvSpPr>
        <p:spPr>
          <a:xfrm>
            <a:off x="4485124" y="4136002"/>
            <a:ext cx="2541494" cy="7037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AIRPORT TUG DESIGNS</a:t>
            </a:r>
          </a:p>
        </p:txBody>
      </p:sp>
    </p:spTree>
    <p:extLst>
      <p:ext uri="{BB962C8B-B14F-4D97-AF65-F5344CB8AC3E}">
        <p14:creationId xmlns:p14="http://schemas.microsoft.com/office/powerpoint/2010/main" val="2324990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471F572-559F-862E-E2B4-5E7753584D54}"/>
              </a:ext>
            </a:extLst>
          </p:cNvPr>
          <p:cNvSpPr txBox="1">
            <a:spLocks/>
          </p:cNvSpPr>
          <p:nvPr/>
        </p:nvSpPr>
        <p:spPr>
          <a:xfrm>
            <a:off x="665629" y="3478306"/>
            <a:ext cx="10860741" cy="8050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FontTx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projects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018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F600D-5044-0B0F-76A9-1FC815DD0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219" y="0"/>
            <a:ext cx="9380574" cy="725378"/>
          </a:xfrm>
        </p:spPr>
        <p:txBody>
          <a:bodyPr>
            <a:normAutofit/>
          </a:bodyPr>
          <a:lstStyle/>
          <a:p>
            <a:r>
              <a:rPr lang="en-IN" dirty="0"/>
              <a:t>Robotics arm forward kinematics </a:t>
            </a:r>
            <a:r>
              <a:rPr lang="en-IN" dirty="0" err="1"/>
              <a:t>Vrep</a:t>
            </a:r>
            <a:r>
              <a:rPr lang="en-IN" dirty="0"/>
              <a:t> </a:t>
            </a:r>
            <a:endParaRPr lang="en-US" dirty="0"/>
          </a:p>
        </p:txBody>
      </p:sp>
      <p:pic>
        <p:nvPicPr>
          <p:cNvPr id="6" name="final working pick and place">
            <a:hlinkClick r:id="" action="ppaction://media"/>
            <a:extLst>
              <a:ext uri="{FF2B5EF4-FFF2-40B4-BE49-F238E27FC236}">
                <a16:creationId xmlns:a16="http://schemas.microsoft.com/office/drawing/2014/main" id="{90611C66-9B47-3324-A118-69AE8568443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693165"/>
            <a:ext cx="12192000" cy="6298578"/>
          </a:xfrm>
        </p:spPr>
      </p:pic>
    </p:spTree>
    <p:extLst>
      <p:ext uri="{BB962C8B-B14F-4D97-AF65-F5344CB8AC3E}">
        <p14:creationId xmlns:p14="http://schemas.microsoft.com/office/powerpoint/2010/main" val="1612977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8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7FDF1FA-FE6D-304A-D27C-2E6BDE14624C}"/>
              </a:ext>
            </a:extLst>
          </p:cNvPr>
          <p:cNvSpPr txBox="1">
            <a:spLocks/>
          </p:cNvSpPr>
          <p:nvPr/>
        </p:nvSpPr>
        <p:spPr>
          <a:xfrm>
            <a:off x="1402219" y="0"/>
            <a:ext cx="9380574" cy="7253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FontTx/>
            </a:pPr>
            <a:r>
              <a:rPr lang="en-IN" dirty="0"/>
              <a:t>Robotics arm </a:t>
            </a:r>
            <a:r>
              <a:rPr lang="en-IN" dirty="0" err="1"/>
              <a:t>Moveit</a:t>
            </a:r>
            <a:r>
              <a:rPr lang="en-IN" dirty="0"/>
              <a:t> simulation </a:t>
            </a:r>
            <a:endParaRPr lang="en-US" dirty="0"/>
          </a:p>
        </p:txBody>
      </p:sp>
      <p:pic>
        <p:nvPicPr>
          <p:cNvPr id="9" name="Untitled design (2) (1)">
            <a:hlinkClick r:id="" action="ppaction://media"/>
            <a:extLst>
              <a:ext uri="{FF2B5EF4-FFF2-40B4-BE49-F238E27FC236}">
                <a16:creationId xmlns:a16="http://schemas.microsoft.com/office/drawing/2014/main" id="{5B16275C-9FFA-9D88-5142-E419421A4EB7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41899" y="818591"/>
            <a:ext cx="9701213" cy="5456797"/>
          </a:xfrm>
        </p:spPr>
      </p:pic>
    </p:spTree>
    <p:extLst>
      <p:ext uri="{BB962C8B-B14F-4D97-AF65-F5344CB8AC3E}">
        <p14:creationId xmlns:p14="http://schemas.microsoft.com/office/powerpoint/2010/main" val="1528002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83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0240726-0700-58.2337187">
            <a:hlinkClick r:id="" action="ppaction://media"/>
            <a:extLst>
              <a:ext uri="{FF2B5EF4-FFF2-40B4-BE49-F238E27FC236}">
                <a16:creationId xmlns:a16="http://schemas.microsoft.com/office/drawing/2014/main" id="{65D70738-B25E-9943-B4EE-C299D3F8A3E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145" y="692150"/>
            <a:ext cx="12192000" cy="616585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89E565-D28C-C3FD-E08B-360F15F55137}"/>
              </a:ext>
            </a:extLst>
          </p:cNvPr>
          <p:cNvSpPr txBox="1">
            <a:spLocks/>
          </p:cNvSpPr>
          <p:nvPr/>
        </p:nvSpPr>
        <p:spPr>
          <a:xfrm>
            <a:off x="1402219" y="0"/>
            <a:ext cx="9380574" cy="72537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IN" dirty="0"/>
              <a:t>License plate recognition- </a:t>
            </a:r>
            <a:r>
              <a:rPr lang="en-IN" dirty="0" err="1"/>
              <a:t>pytesseract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92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21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AC901-1BFC-8C81-6F7C-C3A7C3475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20240726-0707-23.1657812">
            <a:hlinkClick r:id="" action="ppaction://media"/>
            <a:extLst>
              <a:ext uri="{FF2B5EF4-FFF2-40B4-BE49-F238E27FC236}">
                <a16:creationId xmlns:a16="http://schemas.microsoft.com/office/drawing/2014/main" id="{A8B72850-D0DF-B946-CA95-7409CD0AA7F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768947"/>
            <a:ext cx="12191999" cy="614694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B3BEB3-225B-BCEA-AE45-FC076A479340}"/>
              </a:ext>
            </a:extLst>
          </p:cNvPr>
          <p:cNvSpPr txBox="1"/>
          <p:nvPr/>
        </p:nvSpPr>
        <p:spPr>
          <a:xfrm>
            <a:off x="3837117" y="0"/>
            <a:ext cx="45787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  <a:buFontTx/>
            </a:pPr>
            <a:r>
              <a:rPr lang="en-IN" sz="3200" dirty="0"/>
              <a:t>Reinforcement learning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60131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11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471F572-559F-862E-E2B4-5E7753584D54}"/>
              </a:ext>
            </a:extLst>
          </p:cNvPr>
          <p:cNvSpPr txBox="1">
            <a:spLocks/>
          </p:cNvSpPr>
          <p:nvPr/>
        </p:nvSpPr>
        <p:spPr>
          <a:xfrm>
            <a:off x="452718" y="3429000"/>
            <a:ext cx="11286563" cy="8050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knee rehabilitation robot</a:t>
            </a:r>
          </a:p>
        </p:txBody>
      </p:sp>
    </p:spTree>
    <p:extLst>
      <p:ext uri="{BB962C8B-B14F-4D97-AF65-F5344CB8AC3E}">
        <p14:creationId xmlns:p14="http://schemas.microsoft.com/office/powerpoint/2010/main" val="846385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5B1DA-056F-D180-CAA3-49A6EC84B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6" y="528918"/>
            <a:ext cx="11241034" cy="1697233"/>
          </a:xfrm>
        </p:spPr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knee rehabilitation robot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72293-A2B8-F2B3-DEEB-72D53DD17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IN" sz="1600" dirty="0"/>
              <a:t>The robot is designed to give physiotherapy in the absence of the doctors. The robot’s mechanical design is to hold 2 degrees of motion and give an arc movement instead of an X-Y movement.</a:t>
            </a:r>
          </a:p>
          <a:p>
            <a:pPr>
              <a:lnSpc>
                <a:spcPct val="200000"/>
              </a:lnSpc>
            </a:pPr>
            <a:r>
              <a:rPr lang="en-IN" sz="1600" dirty="0"/>
              <a:t>The robot had to undergo extensive research for available designs and their advantages &amp; disadvantages. To find the best optimal design to mimic human action.</a:t>
            </a:r>
          </a:p>
          <a:p>
            <a:pPr>
              <a:lnSpc>
                <a:spcPct val="200000"/>
              </a:lnSpc>
            </a:pPr>
            <a:r>
              <a:rPr lang="en-IN" sz="1600" dirty="0"/>
              <a:t>AI algorithm was applied to check the patients had knee osteosis, using the convolution algorithm.</a:t>
            </a:r>
          </a:p>
          <a:p>
            <a:pPr>
              <a:lnSpc>
                <a:spcPct val="200000"/>
              </a:lnSpc>
            </a:pPr>
            <a:r>
              <a:rPr lang="en-IN" sz="1600" dirty="0"/>
              <a:t>One design is going through a patent and the other is going to be published and hopefully be patent in the coming future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931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5B7146-58E7-8CBF-BD5E-130B1B1BF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942"/>
            <a:ext cx="5818349" cy="30866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900E43-1EDD-50C4-0455-288C4D0F9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241" y="3288491"/>
            <a:ext cx="5753324" cy="2980535"/>
          </a:xfrm>
          <a:prstGeom prst="rect">
            <a:avLst/>
          </a:prstGeom>
        </p:spPr>
      </p:pic>
      <p:pic>
        <p:nvPicPr>
          <p:cNvPr id="6" name="Google Shape;213;p12">
            <a:extLst>
              <a:ext uri="{FF2B5EF4-FFF2-40B4-BE49-F238E27FC236}">
                <a16:creationId xmlns:a16="http://schemas.microsoft.com/office/drawing/2014/main" id="{EBE9F810-ADC8-51A0-D777-F38E044D3D2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3288491"/>
            <a:ext cx="4445013" cy="307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12;p12">
            <a:extLst>
              <a:ext uri="{FF2B5EF4-FFF2-40B4-BE49-F238E27FC236}">
                <a16:creationId xmlns:a16="http://schemas.microsoft.com/office/drawing/2014/main" id="{A3C92F3F-96B5-B3C9-6153-B4DBC1B67C3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44668" y="0"/>
            <a:ext cx="4447332" cy="30640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97;p12">
            <a:extLst>
              <a:ext uri="{FF2B5EF4-FFF2-40B4-BE49-F238E27FC236}">
                <a16:creationId xmlns:a16="http://schemas.microsoft.com/office/drawing/2014/main" id="{75D12E8B-62C6-20A4-B95A-7D2F05FB3B98}"/>
              </a:ext>
            </a:extLst>
          </p:cNvPr>
          <p:cNvSpPr txBox="1">
            <a:spLocks/>
          </p:cNvSpPr>
          <p:nvPr/>
        </p:nvSpPr>
        <p:spPr>
          <a:xfrm>
            <a:off x="3741887" y="2821483"/>
            <a:ext cx="4914955" cy="70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GB" b="1" dirty="0">
                <a:latin typeface="Times New Roman"/>
                <a:ea typeface="Times New Roman"/>
                <a:cs typeface="Times New Roman"/>
                <a:sym typeface="Times New Roman"/>
              </a:rPr>
              <a:t>3D CAD MODEL</a:t>
            </a:r>
          </a:p>
        </p:txBody>
      </p:sp>
    </p:spTree>
    <p:extLst>
      <p:ext uri="{BB962C8B-B14F-4D97-AF65-F5344CB8AC3E}">
        <p14:creationId xmlns:p14="http://schemas.microsoft.com/office/powerpoint/2010/main" val="121090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FF6E067-CEEE-2B61-5862-04784785A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90" y="400457"/>
            <a:ext cx="6332733" cy="3481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43C9B41-7876-FB0B-83DF-640AFBFBF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7923" y="3387722"/>
            <a:ext cx="5734050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4107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241;p14">
            <a:extLst>
              <a:ext uri="{FF2B5EF4-FFF2-40B4-BE49-F238E27FC236}">
                <a16:creationId xmlns:a16="http://schemas.microsoft.com/office/drawing/2014/main" id="{D0AA5443-53A0-6D71-2775-6BC944D7FADA}"/>
              </a:ext>
            </a:extLst>
          </p:cNvPr>
          <p:cNvGrpSpPr/>
          <p:nvPr/>
        </p:nvGrpSpPr>
        <p:grpSpPr>
          <a:xfrm>
            <a:off x="951600" y="3139672"/>
            <a:ext cx="603227" cy="578656"/>
            <a:chOff x="5233525" y="4954450"/>
            <a:chExt cx="538275" cy="516350"/>
          </a:xfrm>
        </p:grpSpPr>
        <p:sp>
          <p:nvSpPr>
            <p:cNvPr id="4" name="Google Shape;242;p14">
              <a:extLst>
                <a:ext uri="{FF2B5EF4-FFF2-40B4-BE49-F238E27FC236}">
                  <a16:creationId xmlns:a16="http://schemas.microsoft.com/office/drawing/2014/main" id="{509A56FF-B853-59FA-2FB5-AC5006C9B149}"/>
                </a:ext>
              </a:extLst>
            </p:cNvPr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SzPts val="1400"/>
              </a:pPr>
              <a:endParaRPr sz="1867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" name="Google Shape;243;p14">
              <a:extLst>
                <a:ext uri="{FF2B5EF4-FFF2-40B4-BE49-F238E27FC236}">
                  <a16:creationId xmlns:a16="http://schemas.microsoft.com/office/drawing/2014/main" id="{CC00A319-01FB-7861-C814-9C41C99D5280}"/>
                </a:ext>
              </a:extLst>
            </p:cNvPr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SzPts val="1400"/>
              </a:pPr>
              <a:endParaRPr sz="1867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" name="Google Shape;244;p14">
              <a:extLst>
                <a:ext uri="{FF2B5EF4-FFF2-40B4-BE49-F238E27FC236}">
                  <a16:creationId xmlns:a16="http://schemas.microsoft.com/office/drawing/2014/main" id="{9D53F768-E719-BF82-3F86-5BEEF96B84E3}"/>
                </a:ext>
              </a:extLst>
            </p:cNvPr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SzPts val="1400"/>
              </a:pPr>
              <a:endParaRPr sz="1867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" name="Google Shape;245;p14">
              <a:extLst>
                <a:ext uri="{FF2B5EF4-FFF2-40B4-BE49-F238E27FC236}">
                  <a16:creationId xmlns:a16="http://schemas.microsoft.com/office/drawing/2014/main" id="{A620CEB8-EDB3-8501-FE81-249F13EAEA00}"/>
                </a:ext>
              </a:extLst>
            </p:cNvPr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l" t="t" r="r" b="b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SzPts val="1400"/>
              </a:pPr>
              <a:endParaRPr sz="1867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" name="Google Shape;246;p14">
              <a:extLst>
                <a:ext uri="{FF2B5EF4-FFF2-40B4-BE49-F238E27FC236}">
                  <a16:creationId xmlns:a16="http://schemas.microsoft.com/office/drawing/2014/main" id="{26950EC6-5575-E519-EEEF-3607F15956B8}"/>
                </a:ext>
              </a:extLst>
            </p:cNvPr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l" t="t" r="r" b="b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SzPts val="1400"/>
              </a:pPr>
              <a:endParaRPr sz="1867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" name="Google Shape;247;p14">
              <a:extLst>
                <a:ext uri="{FF2B5EF4-FFF2-40B4-BE49-F238E27FC236}">
                  <a16:creationId xmlns:a16="http://schemas.microsoft.com/office/drawing/2014/main" id="{D82CDD6B-89DB-73AF-406B-B54F4C90B55A}"/>
                </a:ext>
              </a:extLst>
            </p:cNvPr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l" t="t" r="r" b="b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SzPts val="1400"/>
              </a:pPr>
              <a:endParaRPr sz="1867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" name="Google Shape;248;p14">
              <a:extLst>
                <a:ext uri="{FF2B5EF4-FFF2-40B4-BE49-F238E27FC236}">
                  <a16:creationId xmlns:a16="http://schemas.microsoft.com/office/drawing/2014/main" id="{5875CA59-3B81-6C8C-E1D6-E38F6BEE0718}"/>
                </a:ext>
              </a:extLst>
            </p:cNvPr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l" t="t" r="r" b="b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SzPts val="1400"/>
              </a:pPr>
              <a:endParaRPr sz="1867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" name="Google Shape;249;p14">
              <a:extLst>
                <a:ext uri="{FF2B5EF4-FFF2-40B4-BE49-F238E27FC236}">
                  <a16:creationId xmlns:a16="http://schemas.microsoft.com/office/drawing/2014/main" id="{94A163A8-6A2C-1D4B-48BA-69BF32CE3697}"/>
                </a:ext>
              </a:extLst>
            </p:cNvPr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l" t="t" r="r" b="b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SzPts val="1400"/>
              </a:pPr>
              <a:endParaRPr sz="1867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" name="Google Shape;250;p14">
              <a:extLst>
                <a:ext uri="{FF2B5EF4-FFF2-40B4-BE49-F238E27FC236}">
                  <a16:creationId xmlns:a16="http://schemas.microsoft.com/office/drawing/2014/main" id="{FF0FFC17-4FDE-6997-73A5-B5816D46FCE5}"/>
                </a:ext>
              </a:extLst>
            </p:cNvPr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l" t="t" r="r" b="b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SzPts val="1400"/>
              </a:pPr>
              <a:endParaRPr sz="1867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" name="Google Shape;251;p14">
              <a:extLst>
                <a:ext uri="{FF2B5EF4-FFF2-40B4-BE49-F238E27FC236}">
                  <a16:creationId xmlns:a16="http://schemas.microsoft.com/office/drawing/2014/main" id="{C77A0AE1-08D9-064C-EB4A-CF7C6B87AB4E}"/>
                </a:ext>
              </a:extLst>
            </p:cNvPr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l" t="t" r="r" b="b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SzPts val="1400"/>
              </a:pPr>
              <a:endParaRPr sz="1867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" name="Google Shape;252;p14">
              <a:extLst>
                <a:ext uri="{FF2B5EF4-FFF2-40B4-BE49-F238E27FC236}">
                  <a16:creationId xmlns:a16="http://schemas.microsoft.com/office/drawing/2014/main" id="{396B10AA-274C-8631-B7B9-B97AD25FE01B}"/>
                </a:ext>
              </a:extLst>
            </p:cNvPr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l" t="t" r="r" b="b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SzPts val="1400"/>
              </a:pPr>
              <a:endParaRPr sz="1867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5" name="Google Shape;253;p14">
            <a:extLst>
              <a:ext uri="{FF2B5EF4-FFF2-40B4-BE49-F238E27FC236}">
                <a16:creationId xmlns:a16="http://schemas.microsoft.com/office/drawing/2014/main" id="{4C10E891-2EFC-076F-CE1D-BE1385EF2980}"/>
              </a:ext>
            </a:extLst>
          </p:cNvPr>
          <p:cNvSpPr txBox="1"/>
          <p:nvPr/>
        </p:nvSpPr>
        <p:spPr>
          <a:xfrm>
            <a:off x="214195" y="4233879"/>
            <a:ext cx="4274800" cy="985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1867" dirty="0">
                <a:solidFill>
                  <a:schemeClr val="lt1"/>
                </a:solidFill>
              </a:rPr>
              <a:t>    Training Loss vs Accuracy</a:t>
            </a:r>
            <a:endParaRPr sz="1867" dirty="0">
              <a:solidFill>
                <a:schemeClr val="lt1"/>
              </a:solidFill>
            </a:endParaRPr>
          </a:p>
          <a:p>
            <a:r>
              <a:rPr lang="en-GB" sz="1867" dirty="0">
                <a:solidFill>
                  <a:schemeClr val="lt1"/>
                </a:solidFill>
              </a:rPr>
              <a:t>     </a:t>
            </a:r>
            <a:r>
              <a:rPr lang="en-GB" b="1" dirty="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test loss: 3.478864908218384 %</a:t>
            </a:r>
            <a:endParaRPr sz="1867" dirty="0">
              <a:solidFill>
                <a:schemeClr val="lt1"/>
              </a:solidFill>
            </a:endParaRPr>
          </a:p>
          <a:p>
            <a:endParaRPr sz="1867" dirty="0">
              <a:solidFill>
                <a:schemeClr val="lt1"/>
              </a:solidFill>
            </a:endParaRPr>
          </a:p>
        </p:txBody>
      </p:sp>
      <p:sp>
        <p:nvSpPr>
          <p:cNvPr id="16" name="Google Shape;254;p14">
            <a:extLst>
              <a:ext uri="{FF2B5EF4-FFF2-40B4-BE49-F238E27FC236}">
                <a16:creationId xmlns:a16="http://schemas.microsoft.com/office/drawing/2014/main" id="{59A58B8A-43EF-49AA-9CFE-12655288A224}"/>
              </a:ext>
            </a:extLst>
          </p:cNvPr>
          <p:cNvSpPr txBox="1"/>
          <p:nvPr/>
        </p:nvSpPr>
        <p:spPr>
          <a:xfrm>
            <a:off x="3348400" y="4271749"/>
            <a:ext cx="5495200" cy="1395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1867" dirty="0">
                <a:solidFill>
                  <a:schemeClr val="lt1"/>
                </a:solidFill>
              </a:rPr>
              <a:t>Grading criteria based on confusion matrix</a:t>
            </a:r>
            <a:endParaRPr sz="1867" dirty="0">
              <a:solidFill>
                <a:schemeClr val="lt1"/>
              </a:solidFill>
            </a:endParaRPr>
          </a:p>
          <a:p>
            <a:r>
              <a:rPr lang="en-GB" sz="1867" dirty="0">
                <a:solidFill>
                  <a:schemeClr val="lt1"/>
                </a:solidFill>
              </a:rPr>
              <a:t>	</a:t>
            </a:r>
            <a:r>
              <a:rPr lang="en-GB" b="1" dirty="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test accuracy: 0.5575757622718811 %</a:t>
            </a:r>
            <a:endParaRPr sz="1867" dirty="0">
              <a:solidFill>
                <a:schemeClr val="lt1"/>
              </a:solidFill>
            </a:endParaRPr>
          </a:p>
          <a:p>
            <a:pPr algn="ctr">
              <a:spcBef>
                <a:spcPts val="1600"/>
              </a:spcBef>
              <a:spcAft>
                <a:spcPts val="1600"/>
              </a:spcAft>
            </a:pPr>
            <a:endParaRPr sz="1867" dirty="0">
              <a:solidFill>
                <a:schemeClr val="lt1"/>
              </a:solidFill>
            </a:endParaRPr>
          </a:p>
        </p:txBody>
      </p:sp>
      <p:sp>
        <p:nvSpPr>
          <p:cNvPr id="17" name="Google Shape;255;p14">
            <a:extLst>
              <a:ext uri="{FF2B5EF4-FFF2-40B4-BE49-F238E27FC236}">
                <a16:creationId xmlns:a16="http://schemas.microsoft.com/office/drawing/2014/main" id="{3187A923-7303-1428-E05A-B8D5D1E74303}"/>
              </a:ext>
            </a:extLst>
          </p:cNvPr>
          <p:cNvSpPr txBox="1"/>
          <p:nvPr/>
        </p:nvSpPr>
        <p:spPr>
          <a:xfrm>
            <a:off x="-96645" y="6432516"/>
            <a:ext cx="12496800" cy="3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-GB" sz="1600" dirty="0">
                <a:solidFill>
                  <a:schemeClr val="lt1"/>
                </a:solidFill>
              </a:rPr>
              <a:t>Source Code Link - </a:t>
            </a:r>
            <a:r>
              <a:rPr lang="en-GB" sz="1600" u="sng" dirty="0">
                <a:solidFill>
                  <a:schemeClr val="l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https://colab.research.google.com/drive/1uN9005P1ps0T7iTNDYV62JI_ArKktOZW#scrollTo=XoKGbeNYJXFr</a:t>
            </a:r>
            <a:r>
              <a:rPr lang="en-GB" sz="1600" dirty="0">
                <a:solidFill>
                  <a:schemeClr val="lt1"/>
                </a:solidFill>
              </a:rPr>
              <a:t> </a:t>
            </a:r>
            <a:endParaRPr sz="1867" dirty="0"/>
          </a:p>
        </p:txBody>
      </p:sp>
      <p:pic>
        <p:nvPicPr>
          <p:cNvPr id="18" name="Google Shape;256;p14">
            <a:extLst>
              <a:ext uri="{FF2B5EF4-FFF2-40B4-BE49-F238E27FC236}">
                <a16:creationId xmlns:a16="http://schemas.microsoft.com/office/drawing/2014/main" id="{CA6A0C0C-0ED7-6ABF-89A8-EFCB918CD5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406" y="1745255"/>
            <a:ext cx="3361668" cy="2788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57;p14">
            <a:extLst>
              <a:ext uri="{FF2B5EF4-FFF2-40B4-BE49-F238E27FC236}">
                <a16:creationId xmlns:a16="http://schemas.microsoft.com/office/drawing/2014/main" id="{27DAE2FD-F3DC-12C5-5E2C-DF12E5EE188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9404" y="1755949"/>
            <a:ext cx="3084702" cy="278883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39;p14">
            <a:extLst>
              <a:ext uri="{FF2B5EF4-FFF2-40B4-BE49-F238E27FC236}">
                <a16:creationId xmlns:a16="http://schemas.microsoft.com/office/drawing/2014/main" id="{07224895-F6FA-CAC9-4151-ED01468EED9C}"/>
              </a:ext>
            </a:extLst>
          </p:cNvPr>
          <p:cNvSpPr txBox="1">
            <a:spLocks/>
          </p:cNvSpPr>
          <p:nvPr/>
        </p:nvSpPr>
        <p:spPr>
          <a:xfrm>
            <a:off x="1445133" y="391000"/>
            <a:ext cx="11453600" cy="709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GB" b="1">
                <a:latin typeface="Times New Roman"/>
                <a:ea typeface="Times New Roman"/>
                <a:cs typeface="Times New Roman"/>
                <a:sym typeface="Times New Roman"/>
              </a:rPr>
              <a:t>AI ALGORITHM OUTPUT(Relu activation)</a:t>
            </a:r>
            <a:endParaRPr lang="en-GB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" name="Google Shape;326;g296613ef94d_5_0">
            <a:extLst>
              <a:ext uri="{FF2B5EF4-FFF2-40B4-BE49-F238E27FC236}">
                <a16:creationId xmlns:a16="http://schemas.microsoft.com/office/drawing/2014/main" id="{69E22D69-12D9-11A8-7C84-14DF997D0FE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17088" y="1548839"/>
            <a:ext cx="3777121" cy="26573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4436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471F572-559F-862E-E2B4-5E7753584D54}"/>
              </a:ext>
            </a:extLst>
          </p:cNvPr>
          <p:cNvSpPr txBox="1">
            <a:spLocks/>
          </p:cNvSpPr>
          <p:nvPr/>
        </p:nvSpPr>
        <p:spPr>
          <a:xfrm>
            <a:off x="665629" y="3478306"/>
            <a:ext cx="10860741" cy="8050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Borewell Rescue System</a:t>
            </a:r>
          </a:p>
        </p:txBody>
      </p:sp>
    </p:spTree>
    <p:extLst>
      <p:ext uri="{BB962C8B-B14F-4D97-AF65-F5344CB8AC3E}">
        <p14:creationId xmlns:p14="http://schemas.microsoft.com/office/powerpoint/2010/main" val="2481591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5B1DA-056F-D180-CAA3-49A6EC84B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000" y="430305"/>
            <a:ext cx="11241034" cy="1697233"/>
          </a:xfrm>
        </p:spPr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Borewell Rescue System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72293-A2B8-F2B3-DEEB-72D53DD17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borewell system was designed to save children who fall into the borewell. The robot has soft grippers to rescue them without harming them </a:t>
            </a:r>
          </a:p>
          <a:p>
            <a:pPr>
              <a:lnSpc>
                <a:spcPct val="2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was done keeping the dimensions accuracy and the joint functionality.</a:t>
            </a:r>
          </a:p>
          <a:p>
            <a:pPr>
              <a:lnSpc>
                <a:spcPct val="2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designing major motto was to keep the design simple and affordable.</a:t>
            </a:r>
          </a:p>
          <a:p>
            <a:pPr>
              <a:lnSpc>
                <a:spcPct val="2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 designs were taken to be as market-available and programable content was also made to design and upload within minutes so as of not to waste time.</a:t>
            </a:r>
          </a:p>
          <a:p>
            <a:pPr>
              <a:lnSpc>
                <a:spcPct val="2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and initial designs as in the below slide along with simulation.</a:t>
            </a:r>
          </a:p>
        </p:txBody>
      </p:sp>
    </p:spTree>
    <p:extLst>
      <p:ext uri="{BB962C8B-B14F-4D97-AF65-F5344CB8AC3E}">
        <p14:creationId xmlns:p14="http://schemas.microsoft.com/office/powerpoint/2010/main" val="2472945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371792A-D293-9C19-5039-759FA5D493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91" t="3002" r="23831" b="3403"/>
          <a:stretch/>
        </p:blipFill>
        <p:spPr>
          <a:xfrm>
            <a:off x="9780494" y="0"/>
            <a:ext cx="2411506" cy="6296049"/>
          </a:xfrm>
          <a:prstGeom prst="rect">
            <a:avLst/>
          </a:prstGeom>
        </p:spPr>
      </p:pic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19458BB8-60C4-5F30-0E71-D4B1A428796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05" t="7804" r="33613" b="4713"/>
          <a:stretch/>
        </p:blipFill>
        <p:spPr>
          <a:xfrm>
            <a:off x="-1" y="2327775"/>
            <a:ext cx="3083859" cy="39502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6F7021-CE7E-2FAE-3679-2A4C40147A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044" y="2596716"/>
            <a:ext cx="3390450" cy="32228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B12DE8-54A1-04FC-2A5E-7CBAB282B7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858" y="2331514"/>
            <a:ext cx="3535936" cy="39645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B12C17-29DC-B3F0-E9EF-1C8A14F35AE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780496" cy="71980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FontTx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BOREWELL RESCUE ROBOT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052EB369-061C-54EC-F488-B3E4D53E09FC}"/>
              </a:ext>
            </a:extLst>
          </p:cNvPr>
          <p:cNvSpPr txBox="1">
            <a:spLocks/>
          </p:cNvSpPr>
          <p:nvPr/>
        </p:nvSpPr>
        <p:spPr>
          <a:xfrm>
            <a:off x="7368988" y="5809851"/>
            <a:ext cx="1909618" cy="4681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 sz="1867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867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867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867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867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867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867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867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867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14300" indent="0">
              <a:buNone/>
            </a:pPr>
            <a:r>
              <a:rPr lang="en-IN" dirty="0"/>
              <a:t>Initial design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138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471F572-559F-862E-E2B4-5E7753584D54}"/>
              </a:ext>
            </a:extLst>
          </p:cNvPr>
          <p:cNvSpPr txBox="1">
            <a:spLocks/>
          </p:cNvSpPr>
          <p:nvPr/>
        </p:nvSpPr>
        <p:spPr>
          <a:xfrm>
            <a:off x="206188" y="3101788"/>
            <a:ext cx="12192000" cy="13384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a homogeneous swarm of cooperative robots in a virtual environment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5592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5B1DA-056F-D180-CAA3-49A6EC84B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6" y="0"/>
            <a:ext cx="11241034" cy="1697233"/>
          </a:xfrm>
        </p:spPr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a homogeneous swarm of cooperative robots in a virtual environment</a:t>
            </a:r>
            <a:b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72293-A2B8-F2B3-DEEB-72D53DD17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homogeneous robot communications were explored and studied in detail the algorithms and formulas related to the swarm robotics.</a:t>
            </a:r>
          </a:p>
          <a:p>
            <a:pPr>
              <a:lnSpc>
                <a:spcPct val="2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Webot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provides a similar experience as of ROS along with prebuilt packages to learn to code in whichever language is comfortable.</a:t>
            </a:r>
          </a:p>
          <a:p>
            <a:pPr>
              <a:lnSpc>
                <a:spcPct val="2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robots are communicating with each other using the world node as the medium the speed is getting communicating with each other hence movement is possible</a:t>
            </a:r>
          </a:p>
          <a:p>
            <a:pPr>
              <a:lnSpc>
                <a:spcPct val="2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robot adding the cumulative movement in the X-Y plane is done and the output was not satisfactory as it needed interrupt control to avoid obstacles first.</a:t>
            </a:r>
          </a:p>
          <a:p>
            <a:pPr>
              <a:lnSpc>
                <a:spcPct val="20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4035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5879DD-6A14-4977-B5AD-A95C0002C2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24</a:t>
            </a:fld>
            <a:endParaRPr lang="e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EE02B2-AB95-4F2C-AB30-642AED20CAD6}"/>
              </a:ext>
            </a:extLst>
          </p:cNvPr>
          <p:cNvSpPr txBox="1">
            <a:spLocks/>
          </p:cNvSpPr>
          <p:nvPr/>
        </p:nvSpPr>
        <p:spPr>
          <a:xfrm>
            <a:off x="1249167" y="248771"/>
            <a:ext cx="9144000" cy="460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800" b="1" i="1" kern="0" dirty="0">
                <a:solidFill>
                  <a:schemeClr val="tx1"/>
                </a:solidFill>
              </a:rPr>
              <a:t>Final test run</a:t>
            </a:r>
          </a:p>
        </p:txBody>
      </p:sp>
      <p:pic>
        <p:nvPicPr>
          <p:cNvPr id="4" name="final code run">
            <a:hlinkClick r:id="" action="ppaction://media"/>
            <a:extLst>
              <a:ext uri="{FF2B5EF4-FFF2-40B4-BE49-F238E27FC236}">
                <a16:creationId xmlns:a16="http://schemas.microsoft.com/office/drawing/2014/main" id="{2770692C-4201-4B2A-9009-4FF1A352E0D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39906" y="1147625"/>
            <a:ext cx="10324303" cy="539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64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5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471F572-559F-862E-E2B4-5E7753584D54}"/>
              </a:ext>
            </a:extLst>
          </p:cNvPr>
          <p:cNvSpPr txBox="1">
            <a:spLocks/>
          </p:cNvSpPr>
          <p:nvPr/>
        </p:nvSpPr>
        <p:spPr>
          <a:xfrm>
            <a:off x="156882" y="3415553"/>
            <a:ext cx="11878235" cy="8050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and developing of autonomous sanitizing robot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521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DDF3-62F0-1075-E38B-282A46731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6" y="367553"/>
            <a:ext cx="11142421" cy="989414"/>
          </a:xfrm>
        </p:spPr>
        <p:txBody>
          <a:bodyPr/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and developing of autonomous sanitizing robot</a:t>
            </a:r>
            <a:b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63B31-9312-DFEE-B60B-207FB39B0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robot was visioned during the lockdown time to give to the shopkeepers to sanitize their shops at regular intervals to ensure sanitized shops.</a:t>
            </a:r>
          </a:p>
          <a:p>
            <a:pPr>
              <a:lnSpc>
                <a:spcPct val="2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robot uses a basic avoidance program by using ultrasonic sensor data.</a:t>
            </a:r>
          </a:p>
          <a:p>
            <a:pPr>
              <a:lnSpc>
                <a:spcPct val="2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robot has an IR sensor which is limited by distance to detect objects for the spray to initialize and spray on the cupboard of the shops.</a:t>
            </a:r>
          </a:p>
          <a:p>
            <a:pPr>
              <a:lnSpc>
                <a:spcPct val="2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robot chassis was tested to hold the water tank and the program simulation was made in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Tinkercad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simulation and code testing.</a:t>
            </a:r>
          </a:p>
          <a:p>
            <a:pPr>
              <a:lnSpc>
                <a:spcPct val="20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0821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7743A6-2055-E57C-1094-13E39C1B9B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87"/>
          <a:stretch/>
        </p:blipFill>
        <p:spPr>
          <a:xfrm>
            <a:off x="3110753" y="44942"/>
            <a:ext cx="5504329" cy="2624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E275EB-44FB-5260-3851-6AFD79F8D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049" y="2777117"/>
            <a:ext cx="3817951" cy="35664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4C624F-ACAB-7753-2B4B-0EBC9D1F3A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097"/>
          <a:stretch/>
        </p:blipFill>
        <p:spPr>
          <a:xfrm>
            <a:off x="1" y="2777426"/>
            <a:ext cx="4114800" cy="35661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789307F-9968-BF3A-BF1E-2F8DE0FA9A5D}"/>
              </a:ext>
            </a:extLst>
          </p:cNvPr>
          <p:cNvSpPr/>
          <p:nvPr/>
        </p:nvSpPr>
        <p:spPr>
          <a:xfrm>
            <a:off x="4825253" y="4208486"/>
            <a:ext cx="2541494" cy="7037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Sanitization robot</a:t>
            </a: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94798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8D202-CA72-50F6-77EA-D1B158519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000" y="895670"/>
            <a:ext cx="10290000" cy="7636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F3DA2E-81F1-CCF8-AD59-55F88BC29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000" y="1966429"/>
            <a:ext cx="3457575" cy="34575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26EC62-CC0D-436D-37AF-4C16BBE85268}"/>
              </a:ext>
            </a:extLst>
          </p:cNvPr>
          <p:cNvSpPr txBox="1"/>
          <p:nvPr/>
        </p:nvSpPr>
        <p:spPr>
          <a:xfrm>
            <a:off x="951000" y="5644673"/>
            <a:ext cx="3457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highlight>
                  <a:srgbClr val="FFFFFF"/>
                </a:highlight>
                <a:latin typeface="-apple-system"/>
              </a:rPr>
              <a:t>www.linkedin.com/in/sahil-shaik-8bb309219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42C2E5-5E92-E370-951F-A35F3060F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6300" y="1994621"/>
            <a:ext cx="3314700" cy="33147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E7D65F-980D-502B-88FC-C53088722343}"/>
              </a:ext>
            </a:extLst>
          </p:cNvPr>
          <p:cNvSpPr txBox="1"/>
          <p:nvPr/>
        </p:nvSpPr>
        <p:spPr>
          <a:xfrm>
            <a:off x="8533788" y="5617749"/>
            <a:ext cx="2564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highlight>
                  <a:srgbClr val="FFFFFF"/>
                </a:highlight>
                <a:latin typeface="-apple-system"/>
              </a:rPr>
              <a:t>https://github.com/sahil86469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42E871-F2FB-2F34-9A6A-65BD7E9D6FD3}"/>
              </a:ext>
            </a:extLst>
          </p:cNvPr>
          <p:cNvSpPr txBox="1"/>
          <p:nvPr/>
        </p:nvSpPr>
        <p:spPr>
          <a:xfrm>
            <a:off x="4652553" y="3429000"/>
            <a:ext cx="28868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INFO: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Email:sahil86469@gmail.com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</a:t>
            </a: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: +91 7337013571 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02E6B1-A034-49BA-E647-1D7AA48237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769" y="1874190"/>
            <a:ext cx="1360459" cy="155481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54434893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Retrospect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Minimalist Business Slides XL by Slidesgo</Template>
  <TotalTime>6735</TotalTime>
  <Words>856</Words>
  <Application>Microsoft Office PowerPoint</Application>
  <PresentationFormat>Widescreen</PresentationFormat>
  <Paragraphs>82</Paragraphs>
  <Slides>28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28</vt:i4>
      </vt:variant>
    </vt:vector>
  </HeadingPairs>
  <TitlesOfParts>
    <vt:vector size="50" baseType="lpstr">
      <vt:lpstr>-apple-system</vt:lpstr>
      <vt:lpstr>Arial</vt:lpstr>
      <vt:lpstr>Calibri</vt:lpstr>
      <vt:lpstr>Calibri Light</vt:lpstr>
      <vt:lpstr>Courier New</vt:lpstr>
      <vt:lpstr>Crimson Text</vt:lpstr>
      <vt:lpstr>Josefin Sans</vt:lpstr>
      <vt:lpstr>Lato</vt:lpstr>
      <vt:lpstr>Mako</vt:lpstr>
      <vt:lpstr>Merriweather Light</vt:lpstr>
      <vt:lpstr>Montserrat</vt:lpstr>
      <vt:lpstr>Open Sans</vt:lpstr>
      <vt:lpstr>Open Sans SemiBold</vt:lpstr>
      <vt:lpstr>Proxima Nova</vt:lpstr>
      <vt:lpstr>Proxima Nova Semibold</vt:lpstr>
      <vt:lpstr>Russo One</vt:lpstr>
      <vt:lpstr>Times New Roman</vt:lpstr>
      <vt:lpstr>Vidaloka</vt:lpstr>
      <vt:lpstr>Minimalist Business Slides XL by Slidesgo</vt:lpstr>
      <vt:lpstr>Slidesgo Final Pages</vt:lpstr>
      <vt:lpstr>1_Slidesgo Final Pages</vt:lpstr>
      <vt:lpstr>Retrospect</vt:lpstr>
      <vt:lpstr>SAHIL AHAMED SHAIK Robotics enthusiast</vt:lpstr>
      <vt:lpstr>PowerPoint Presentation</vt:lpstr>
      <vt:lpstr>UGV Path-Planning</vt:lpstr>
      <vt:lpstr>ROS INSTALLATION AND CAMERA INTEGRATION TO TUG IN RVIZ+GAZEBO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Robotics arm forward kinematics Vrep </vt:lpstr>
      <vt:lpstr>PowerPoint Presentation</vt:lpstr>
      <vt:lpstr>PowerPoint Presentation</vt:lpstr>
      <vt:lpstr>PowerPoint Presentation</vt:lpstr>
      <vt:lpstr>PowerPoint Presentation</vt:lpstr>
      <vt:lpstr>Design and development of knee rehabilitation robot  </vt:lpstr>
      <vt:lpstr>PowerPoint Presentation</vt:lpstr>
      <vt:lpstr>PowerPoint Presentation</vt:lpstr>
      <vt:lpstr>PowerPoint Presentation</vt:lpstr>
      <vt:lpstr>PowerPoint Presentation</vt:lpstr>
      <vt:lpstr>Design and Development of Borewell Rescue System  </vt:lpstr>
      <vt:lpstr>PowerPoint Presentation</vt:lpstr>
      <vt:lpstr>PowerPoint Presentation</vt:lpstr>
      <vt:lpstr>Design and development of a homogeneous swarm of cooperative robots in a virtual environment </vt:lpstr>
      <vt:lpstr>PowerPoint Presentation</vt:lpstr>
      <vt:lpstr>PowerPoint Presentation</vt:lpstr>
      <vt:lpstr>Designing and developing of autonomous sanitizing robot 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TOW TRUCK FOR AIRCRAFTS</dc:title>
  <dc:creator>krish kesav</dc:creator>
  <cp:lastModifiedBy>sahil shaik</cp:lastModifiedBy>
  <cp:revision>120</cp:revision>
  <dcterms:created xsi:type="dcterms:W3CDTF">2024-01-04T03:11:22Z</dcterms:created>
  <dcterms:modified xsi:type="dcterms:W3CDTF">2024-07-26T08:31:10Z</dcterms:modified>
</cp:coreProperties>
</file>